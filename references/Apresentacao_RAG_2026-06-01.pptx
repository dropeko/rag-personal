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18"/>
    <p:sldId id="265" r:id="rId11"/>
    <p:sldId id="266" r:id="rId12"/>
    <p:sldId id="261" r:id="rId7"/>
    <p:sldId id="263" r:id="rId9"/>
    <p:sldId id="269" r:id="rId19"/>
    <p:sldId id="264" r:id="rId10"/>
    <p:sldId id="270" r:id="rId20"/>
    <p:sldId id="262" r:id="rId8"/>
    <p:sldId id="271" r:id="rId21"/>
    <p:sldId id="272" r:id="rId2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07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82705" y="5062397"/>
            <a:ext cx="6687820" cy="5224780"/>
          </a:xfrm>
          <a:custGeom>
            <a:avLst/>
            <a:gdLst/>
            <a:ahLst/>
            <a:cxnLst/>
            <a:rect l="l" t="t" r="r" b="b"/>
            <a:pathLst>
              <a:path w="6687819" h="5224780">
                <a:moveTo>
                  <a:pt x="965479" y="1716938"/>
                </a:moveTo>
                <a:lnTo>
                  <a:pt x="930935" y="1739900"/>
                </a:lnTo>
                <a:lnTo>
                  <a:pt x="893432" y="1765300"/>
                </a:lnTo>
                <a:lnTo>
                  <a:pt x="861885" y="1797951"/>
                </a:lnTo>
                <a:lnTo>
                  <a:pt x="861415" y="1798434"/>
                </a:lnTo>
                <a:lnTo>
                  <a:pt x="856627" y="1803400"/>
                </a:lnTo>
                <a:lnTo>
                  <a:pt x="820534" y="1828800"/>
                </a:lnTo>
                <a:lnTo>
                  <a:pt x="785164" y="1866900"/>
                </a:lnTo>
                <a:lnTo>
                  <a:pt x="750506" y="1892300"/>
                </a:lnTo>
                <a:lnTo>
                  <a:pt x="716584" y="1930400"/>
                </a:lnTo>
                <a:lnTo>
                  <a:pt x="683387" y="1955800"/>
                </a:lnTo>
                <a:lnTo>
                  <a:pt x="650938" y="1993900"/>
                </a:lnTo>
                <a:lnTo>
                  <a:pt x="619213" y="2019300"/>
                </a:lnTo>
                <a:lnTo>
                  <a:pt x="588251" y="2057400"/>
                </a:lnTo>
                <a:lnTo>
                  <a:pt x="558038" y="2082800"/>
                </a:lnTo>
                <a:lnTo>
                  <a:pt x="528574" y="2120900"/>
                </a:lnTo>
                <a:lnTo>
                  <a:pt x="499872" y="2146300"/>
                </a:lnTo>
                <a:lnTo>
                  <a:pt x="471932" y="2184400"/>
                </a:lnTo>
                <a:lnTo>
                  <a:pt x="444766" y="2209800"/>
                </a:lnTo>
                <a:lnTo>
                  <a:pt x="418376" y="2247900"/>
                </a:lnTo>
                <a:lnTo>
                  <a:pt x="392747" y="2273300"/>
                </a:lnTo>
                <a:lnTo>
                  <a:pt x="367906" y="2311400"/>
                </a:lnTo>
                <a:lnTo>
                  <a:pt x="343865" y="2336800"/>
                </a:lnTo>
                <a:lnTo>
                  <a:pt x="320598" y="2374900"/>
                </a:lnTo>
                <a:lnTo>
                  <a:pt x="298119" y="2413000"/>
                </a:lnTo>
                <a:lnTo>
                  <a:pt x="276440" y="2438400"/>
                </a:lnTo>
                <a:lnTo>
                  <a:pt x="255562" y="2476500"/>
                </a:lnTo>
                <a:lnTo>
                  <a:pt x="235483" y="2501900"/>
                </a:lnTo>
                <a:lnTo>
                  <a:pt x="216204" y="2540000"/>
                </a:lnTo>
                <a:lnTo>
                  <a:pt x="197739" y="2565400"/>
                </a:lnTo>
                <a:lnTo>
                  <a:pt x="180086" y="2603500"/>
                </a:lnTo>
                <a:lnTo>
                  <a:pt x="163233" y="2641600"/>
                </a:lnTo>
                <a:lnTo>
                  <a:pt x="147205" y="2667000"/>
                </a:lnTo>
                <a:lnTo>
                  <a:pt x="131991" y="2705100"/>
                </a:lnTo>
                <a:lnTo>
                  <a:pt x="117602" y="2730500"/>
                </a:lnTo>
                <a:lnTo>
                  <a:pt x="104038" y="2768600"/>
                </a:lnTo>
                <a:lnTo>
                  <a:pt x="91287" y="2794000"/>
                </a:lnTo>
                <a:lnTo>
                  <a:pt x="79362" y="2832100"/>
                </a:lnTo>
                <a:lnTo>
                  <a:pt x="68275" y="2870200"/>
                </a:lnTo>
                <a:lnTo>
                  <a:pt x="58013" y="2895600"/>
                </a:lnTo>
                <a:lnTo>
                  <a:pt x="48577" y="2933700"/>
                </a:lnTo>
                <a:lnTo>
                  <a:pt x="39979" y="2959100"/>
                </a:lnTo>
                <a:lnTo>
                  <a:pt x="32219" y="2997200"/>
                </a:lnTo>
                <a:lnTo>
                  <a:pt x="25285" y="3022600"/>
                </a:lnTo>
                <a:lnTo>
                  <a:pt x="19189" y="3060700"/>
                </a:lnTo>
                <a:lnTo>
                  <a:pt x="13931" y="3086100"/>
                </a:lnTo>
                <a:lnTo>
                  <a:pt x="9512" y="3124200"/>
                </a:lnTo>
                <a:lnTo>
                  <a:pt x="5930" y="3149600"/>
                </a:lnTo>
                <a:lnTo>
                  <a:pt x="3187" y="3187700"/>
                </a:lnTo>
                <a:lnTo>
                  <a:pt x="1295" y="3225800"/>
                </a:lnTo>
                <a:lnTo>
                  <a:pt x="228" y="3251200"/>
                </a:lnTo>
                <a:lnTo>
                  <a:pt x="0" y="3289300"/>
                </a:lnTo>
                <a:lnTo>
                  <a:pt x="622" y="3314700"/>
                </a:lnTo>
                <a:lnTo>
                  <a:pt x="2070" y="3352800"/>
                </a:lnTo>
                <a:lnTo>
                  <a:pt x="5600" y="3393148"/>
                </a:lnTo>
                <a:lnTo>
                  <a:pt x="262991" y="5224602"/>
                </a:lnTo>
                <a:lnTo>
                  <a:pt x="272618" y="5224602"/>
                </a:lnTo>
                <a:lnTo>
                  <a:pt x="20916" y="3433648"/>
                </a:lnTo>
                <a:lnTo>
                  <a:pt x="15290" y="3386988"/>
                </a:lnTo>
                <a:lnTo>
                  <a:pt x="11531" y="3340176"/>
                </a:lnTo>
                <a:lnTo>
                  <a:pt x="9626" y="3293211"/>
                </a:lnTo>
                <a:lnTo>
                  <a:pt x="9588" y="3246094"/>
                </a:lnTo>
                <a:lnTo>
                  <a:pt x="11391" y="3198825"/>
                </a:lnTo>
                <a:lnTo>
                  <a:pt x="15062" y="3151403"/>
                </a:lnTo>
                <a:lnTo>
                  <a:pt x="20599" y="3103829"/>
                </a:lnTo>
                <a:lnTo>
                  <a:pt x="27978" y="3056115"/>
                </a:lnTo>
                <a:lnTo>
                  <a:pt x="37223" y="3008249"/>
                </a:lnTo>
                <a:lnTo>
                  <a:pt x="48323" y="2960217"/>
                </a:lnTo>
                <a:lnTo>
                  <a:pt x="61290" y="2912046"/>
                </a:lnTo>
                <a:lnTo>
                  <a:pt x="76098" y="2863723"/>
                </a:lnTo>
                <a:lnTo>
                  <a:pt x="92773" y="2815247"/>
                </a:lnTo>
                <a:lnTo>
                  <a:pt x="111315" y="2766631"/>
                </a:lnTo>
                <a:lnTo>
                  <a:pt x="129476" y="2723007"/>
                </a:lnTo>
                <a:lnTo>
                  <a:pt x="149110" y="2679369"/>
                </a:lnTo>
                <a:lnTo>
                  <a:pt x="170205" y="2635745"/>
                </a:lnTo>
                <a:lnTo>
                  <a:pt x="192760" y="2592120"/>
                </a:lnTo>
                <a:lnTo>
                  <a:pt x="216789" y="2548483"/>
                </a:lnTo>
                <a:lnTo>
                  <a:pt x="242265" y="2504884"/>
                </a:lnTo>
                <a:lnTo>
                  <a:pt x="269163" y="2461336"/>
                </a:lnTo>
                <a:lnTo>
                  <a:pt x="297497" y="2417851"/>
                </a:lnTo>
                <a:lnTo>
                  <a:pt x="327253" y="2374417"/>
                </a:lnTo>
                <a:lnTo>
                  <a:pt x="358457" y="2331047"/>
                </a:lnTo>
                <a:lnTo>
                  <a:pt x="391058" y="2287752"/>
                </a:lnTo>
                <a:lnTo>
                  <a:pt x="425056" y="2244585"/>
                </a:lnTo>
                <a:lnTo>
                  <a:pt x="460438" y="2201532"/>
                </a:lnTo>
                <a:lnTo>
                  <a:pt x="497205" y="2158593"/>
                </a:lnTo>
                <a:lnTo>
                  <a:pt x="535355" y="2115782"/>
                </a:lnTo>
                <a:lnTo>
                  <a:pt x="568198" y="2080196"/>
                </a:lnTo>
                <a:lnTo>
                  <a:pt x="601954" y="2044750"/>
                </a:lnTo>
                <a:lnTo>
                  <a:pt x="636651" y="2009419"/>
                </a:lnTo>
                <a:lnTo>
                  <a:pt x="672274" y="1974202"/>
                </a:lnTo>
                <a:lnTo>
                  <a:pt x="708825" y="1939112"/>
                </a:lnTo>
                <a:lnTo>
                  <a:pt x="746302" y="1904136"/>
                </a:lnTo>
                <a:lnTo>
                  <a:pt x="784682" y="1869300"/>
                </a:lnTo>
                <a:lnTo>
                  <a:pt x="823950" y="1834629"/>
                </a:lnTo>
                <a:lnTo>
                  <a:pt x="863892" y="1800301"/>
                </a:lnTo>
                <a:lnTo>
                  <a:pt x="864019" y="1800199"/>
                </a:lnTo>
                <a:lnTo>
                  <a:pt x="864412" y="1799856"/>
                </a:lnTo>
                <a:lnTo>
                  <a:pt x="905129" y="1765769"/>
                </a:lnTo>
                <a:lnTo>
                  <a:pt x="947051" y="1731581"/>
                </a:lnTo>
                <a:lnTo>
                  <a:pt x="965479" y="1716938"/>
                </a:lnTo>
                <a:close/>
              </a:path>
              <a:path w="6687819" h="5224780">
                <a:moveTo>
                  <a:pt x="1469961" y="1364424"/>
                </a:moveTo>
                <a:lnTo>
                  <a:pt x="1343482" y="1435100"/>
                </a:lnTo>
                <a:lnTo>
                  <a:pt x="1299260" y="1473200"/>
                </a:lnTo>
                <a:lnTo>
                  <a:pt x="1212735" y="1524000"/>
                </a:lnTo>
                <a:lnTo>
                  <a:pt x="1170457" y="1562100"/>
                </a:lnTo>
                <a:lnTo>
                  <a:pt x="1087894" y="1612900"/>
                </a:lnTo>
                <a:lnTo>
                  <a:pt x="1047623" y="1651000"/>
                </a:lnTo>
                <a:lnTo>
                  <a:pt x="1008037" y="1676400"/>
                </a:lnTo>
                <a:lnTo>
                  <a:pt x="971715" y="1711972"/>
                </a:lnTo>
                <a:lnTo>
                  <a:pt x="989850" y="1697558"/>
                </a:lnTo>
                <a:lnTo>
                  <a:pt x="1027226" y="1668526"/>
                </a:lnTo>
                <a:lnTo>
                  <a:pt x="1065225" y="1639646"/>
                </a:lnTo>
                <a:lnTo>
                  <a:pt x="1103820" y="1610906"/>
                </a:lnTo>
                <a:lnTo>
                  <a:pt x="1143038" y="1582318"/>
                </a:lnTo>
                <a:lnTo>
                  <a:pt x="1182878" y="1553870"/>
                </a:lnTo>
                <a:lnTo>
                  <a:pt x="1223327" y="1525574"/>
                </a:lnTo>
                <a:lnTo>
                  <a:pt x="1264386" y="1497418"/>
                </a:lnTo>
                <a:lnTo>
                  <a:pt x="1306042" y="1469428"/>
                </a:lnTo>
                <a:lnTo>
                  <a:pt x="1348270" y="1441602"/>
                </a:lnTo>
                <a:lnTo>
                  <a:pt x="1391069" y="1413954"/>
                </a:lnTo>
                <a:lnTo>
                  <a:pt x="1434452" y="1386471"/>
                </a:lnTo>
                <a:lnTo>
                  <a:pt x="1469961" y="1364424"/>
                </a:lnTo>
                <a:close/>
              </a:path>
              <a:path w="6687819" h="5224780">
                <a:moveTo>
                  <a:pt x="1693595" y="1232700"/>
                </a:moveTo>
                <a:lnTo>
                  <a:pt x="1670570" y="1244600"/>
                </a:lnTo>
                <a:lnTo>
                  <a:pt x="1526717" y="1320800"/>
                </a:lnTo>
                <a:lnTo>
                  <a:pt x="1483321" y="1356182"/>
                </a:lnTo>
                <a:lnTo>
                  <a:pt x="1522920" y="1332039"/>
                </a:lnTo>
                <a:lnTo>
                  <a:pt x="1613674" y="1278318"/>
                </a:lnTo>
                <a:lnTo>
                  <a:pt x="1693595" y="1232700"/>
                </a:lnTo>
                <a:close/>
              </a:path>
              <a:path w="6687819" h="5224780">
                <a:moveTo>
                  <a:pt x="1931365" y="1105192"/>
                </a:moveTo>
                <a:lnTo>
                  <a:pt x="1891068" y="1117600"/>
                </a:lnTo>
                <a:lnTo>
                  <a:pt x="1809610" y="1168400"/>
                </a:lnTo>
                <a:lnTo>
                  <a:pt x="1769427" y="1181100"/>
                </a:lnTo>
                <a:lnTo>
                  <a:pt x="1724914" y="1215212"/>
                </a:lnTo>
                <a:lnTo>
                  <a:pt x="1801596" y="1173213"/>
                </a:lnTo>
                <a:lnTo>
                  <a:pt x="1898738" y="1121854"/>
                </a:lnTo>
                <a:lnTo>
                  <a:pt x="1931365" y="1105192"/>
                </a:lnTo>
                <a:close/>
              </a:path>
              <a:path w="6687819" h="5224780">
                <a:moveTo>
                  <a:pt x="2274747" y="939787"/>
                </a:moveTo>
                <a:lnTo>
                  <a:pt x="2230793" y="952500"/>
                </a:lnTo>
                <a:lnTo>
                  <a:pt x="2187156" y="977900"/>
                </a:lnTo>
                <a:lnTo>
                  <a:pt x="2143836" y="990600"/>
                </a:lnTo>
                <a:lnTo>
                  <a:pt x="2058225" y="1041400"/>
                </a:lnTo>
                <a:lnTo>
                  <a:pt x="2015921" y="1054100"/>
                </a:lnTo>
                <a:lnTo>
                  <a:pt x="1934337" y="1103680"/>
                </a:lnTo>
                <a:lnTo>
                  <a:pt x="1985403" y="1077607"/>
                </a:lnTo>
                <a:lnTo>
                  <a:pt x="2073554" y="1034046"/>
                </a:lnTo>
                <a:lnTo>
                  <a:pt x="2163178" y="991158"/>
                </a:lnTo>
                <a:lnTo>
                  <a:pt x="2254288" y="948956"/>
                </a:lnTo>
                <a:lnTo>
                  <a:pt x="2274747" y="939787"/>
                </a:lnTo>
                <a:close/>
              </a:path>
              <a:path w="6687819" h="5224780">
                <a:moveTo>
                  <a:pt x="2353437" y="904595"/>
                </a:moveTo>
                <a:lnTo>
                  <a:pt x="2319032" y="914400"/>
                </a:lnTo>
                <a:lnTo>
                  <a:pt x="2274747" y="939787"/>
                </a:lnTo>
                <a:lnTo>
                  <a:pt x="2346795" y="907478"/>
                </a:lnTo>
                <a:lnTo>
                  <a:pt x="2353437" y="904595"/>
                </a:lnTo>
                <a:close/>
              </a:path>
              <a:path w="6687819" h="5224780">
                <a:moveTo>
                  <a:pt x="2437206" y="868235"/>
                </a:moveTo>
                <a:lnTo>
                  <a:pt x="2408529" y="876300"/>
                </a:lnTo>
                <a:lnTo>
                  <a:pt x="2375154" y="895172"/>
                </a:lnTo>
                <a:lnTo>
                  <a:pt x="2437206" y="868235"/>
                </a:lnTo>
                <a:close/>
              </a:path>
              <a:path w="6687819" h="5224780">
                <a:moveTo>
                  <a:pt x="2526830" y="830554"/>
                </a:moveTo>
                <a:lnTo>
                  <a:pt x="2499245" y="838200"/>
                </a:lnTo>
                <a:lnTo>
                  <a:pt x="2470734" y="854113"/>
                </a:lnTo>
                <a:lnTo>
                  <a:pt x="2526830" y="830554"/>
                </a:lnTo>
                <a:close/>
              </a:path>
              <a:path w="6687819" h="5224780">
                <a:moveTo>
                  <a:pt x="2624963" y="790841"/>
                </a:moveTo>
                <a:lnTo>
                  <a:pt x="2591143" y="800100"/>
                </a:lnTo>
                <a:lnTo>
                  <a:pt x="2561564" y="816394"/>
                </a:lnTo>
                <a:lnTo>
                  <a:pt x="2624963" y="790841"/>
                </a:lnTo>
                <a:close/>
              </a:path>
              <a:path w="6687819" h="5224780">
                <a:moveTo>
                  <a:pt x="2728658" y="749973"/>
                </a:moveTo>
                <a:lnTo>
                  <a:pt x="2684208" y="762000"/>
                </a:lnTo>
                <a:lnTo>
                  <a:pt x="2649055" y="781126"/>
                </a:lnTo>
                <a:lnTo>
                  <a:pt x="2680982" y="768261"/>
                </a:lnTo>
                <a:lnTo>
                  <a:pt x="2728658" y="749973"/>
                </a:lnTo>
                <a:close/>
              </a:path>
              <a:path w="6687819" h="5224780">
                <a:moveTo>
                  <a:pt x="2967101" y="661136"/>
                </a:moveTo>
                <a:lnTo>
                  <a:pt x="2873616" y="685800"/>
                </a:lnTo>
                <a:lnTo>
                  <a:pt x="2825851" y="711200"/>
                </a:lnTo>
                <a:lnTo>
                  <a:pt x="2778366" y="723900"/>
                </a:lnTo>
                <a:lnTo>
                  <a:pt x="2732976" y="748322"/>
                </a:lnTo>
                <a:lnTo>
                  <a:pt x="2828874" y="711542"/>
                </a:lnTo>
                <a:lnTo>
                  <a:pt x="2967101" y="661136"/>
                </a:lnTo>
                <a:close/>
              </a:path>
              <a:path w="6687819" h="5224780">
                <a:moveTo>
                  <a:pt x="3111423" y="610844"/>
                </a:moveTo>
                <a:lnTo>
                  <a:pt x="3018421" y="635000"/>
                </a:lnTo>
                <a:lnTo>
                  <a:pt x="2971685" y="659472"/>
                </a:lnTo>
                <a:lnTo>
                  <a:pt x="2979369" y="656666"/>
                </a:lnTo>
                <a:lnTo>
                  <a:pt x="3111423" y="610844"/>
                </a:lnTo>
                <a:close/>
              </a:path>
              <a:path w="6687819" h="5224780">
                <a:moveTo>
                  <a:pt x="3284994" y="553656"/>
                </a:moveTo>
                <a:lnTo>
                  <a:pt x="3165462" y="584200"/>
                </a:lnTo>
                <a:lnTo>
                  <a:pt x="3118688" y="608317"/>
                </a:lnTo>
                <a:lnTo>
                  <a:pt x="3120987" y="607517"/>
                </a:lnTo>
                <a:lnTo>
                  <a:pt x="3258756" y="561936"/>
                </a:lnTo>
                <a:lnTo>
                  <a:pt x="3284994" y="553656"/>
                </a:lnTo>
                <a:close/>
              </a:path>
              <a:path w="6687819" h="5224780">
                <a:moveTo>
                  <a:pt x="3516922" y="482549"/>
                </a:moveTo>
                <a:lnTo>
                  <a:pt x="3364725" y="520700"/>
                </a:lnTo>
                <a:lnTo>
                  <a:pt x="3323869" y="541388"/>
                </a:lnTo>
                <a:lnTo>
                  <a:pt x="3398278" y="517918"/>
                </a:lnTo>
                <a:lnTo>
                  <a:pt x="3516922" y="482549"/>
                </a:lnTo>
                <a:close/>
              </a:path>
              <a:path w="6687819" h="5224780">
                <a:moveTo>
                  <a:pt x="3905491" y="375348"/>
                </a:moveTo>
                <a:lnTo>
                  <a:pt x="3618585" y="444500"/>
                </a:lnTo>
                <a:lnTo>
                  <a:pt x="3579469" y="463905"/>
                </a:lnTo>
                <a:lnTo>
                  <a:pt x="3586886" y="461695"/>
                </a:lnTo>
                <a:lnTo>
                  <a:pt x="3778072" y="408432"/>
                </a:lnTo>
                <a:lnTo>
                  <a:pt x="3905491" y="375348"/>
                </a:lnTo>
                <a:close/>
              </a:path>
              <a:path w="6687819" h="5224780">
                <a:moveTo>
                  <a:pt x="4617732" y="215900"/>
                </a:moveTo>
                <a:lnTo>
                  <a:pt x="4566996" y="215900"/>
                </a:lnTo>
                <a:lnTo>
                  <a:pt x="4238383" y="295109"/>
                </a:lnTo>
                <a:lnTo>
                  <a:pt x="4365155" y="266827"/>
                </a:lnTo>
                <a:lnTo>
                  <a:pt x="4564392" y="225920"/>
                </a:lnTo>
                <a:lnTo>
                  <a:pt x="4617732" y="215900"/>
                </a:lnTo>
                <a:close/>
              </a:path>
              <a:path w="6687819" h="5224780">
                <a:moveTo>
                  <a:pt x="4826266" y="177800"/>
                </a:moveTo>
                <a:lnTo>
                  <a:pt x="4783099" y="177800"/>
                </a:lnTo>
                <a:lnTo>
                  <a:pt x="4633455" y="212940"/>
                </a:lnTo>
                <a:lnTo>
                  <a:pt x="4765014" y="188239"/>
                </a:lnTo>
                <a:lnTo>
                  <a:pt x="4826266" y="177800"/>
                </a:lnTo>
                <a:close/>
              </a:path>
              <a:path w="6687819" h="5224780">
                <a:moveTo>
                  <a:pt x="5324843" y="101600"/>
                </a:moveTo>
                <a:lnTo>
                  <a:pt x="5320119" y="101600"/>
                </a:lnTo>
                <a:lnTo>
                  <a:pt x="5308981" y="101600"/>
                </a:lnTo>
                <a:lnTo>
                  <a:pt x="5273281" y="101600"/>
                </a:lnTo>
                <a:lnTo>
                  <a:pt x="5218620" y="114300"/>
                </a:lnTo>
                <a:lnTo>
                  <a:pt x="5163998" y="114300"/>
                </a:lnTo>
                <a:lnTo>
                  <a:pt x="5054892" y="139700"/>
                </a:lnTo>
                <a:lnTo>
                  <a:pt x="5000422" y="139700"/>
                </a:lnTo>
                <a:lnTo>
                  <a:pt x="4867173" y="170827"/>
                </a:lnTo>
                <a:lnTo>
                  <a:pt x="4966716" y="153847"/>
                </a:lnTo>
                <a:lnTo>
                  <a:pt x="5104612" y="132715"/>
                </a:lnTo>
                <a:lnTo>
                  <a:pt x="5169205" y="122809"/>
                </a:lnTo>
                <a:lnTo>
                  <a:pt x="5324843" y="101600"/>
                </a:lnTo>
                <a:close/>
              </a:path>
              <a:path w="6687819" h="5224780">
                <a:moveTo>
                  <a:pt x="5424132" y="88900"/>
                </a:moveTo>
                <a:lnTo>
                  <a:pt x="5382653" y="88900"/>
                </a:lnTo>
                <a:lnTo>
                  <a:pt x="5332374" y="100571"/>
                </a:lnTo>
                <a:lnTo>
                  <a:pt x="5375211" y="94729"/>
                </a:lnTo>
                <a:lnTo>
                  <a:pt x="5424132" y="88900"/>
                </a:lnTo>
                <a:close/>
              </a:path>
              <a:path w="6687819" h="5224780">
                <a:moveTo>
                  <a:pt x="5530596" y="76200"/>
                </a:moveTo>
                <a:lnTo>
                  <a:pt x="5492115" y="76200"/>
                </a:lnTo>
                <a:lnTo>
                  <a:pt x="5451386" y="85648"/>
                </a:lnTo>
                <a:lnTo>
                  <a:pt x="5530596" y="76200"/>
                </a:lnTo>
                <a:close/>
              </a:path>
              <a:path w="6687819" h="5224780">
                <a:moveTo>
                  <a:pt x="5646382" y="63500"/>
                </a:moveTo>
                <a:lnTo>
                  <a:pt x="5601601" y="63500"/>
                </a:lnTo>
                <a:lnTo>
                  <a:pt x="5564073" y="72199"/>
                </a:lnTo>
                <a:lnTo>
                  <a:pt x="5581586" y="70116"/>
                </a:lnTo>
                <a:lnTo>
                  <a:pt x="5646382" y="63500"/>
                </a:lnTo>
                <a:close/>
              </a:path>
              <a:path w="6687819" h="5224780">
                <a:moveTo>
                  <a:pt x="5916993" y="38100"/>
                </a:moveTo>
                <a:lnTo>
                  <a:pt x="5820524" y="38100"/>
                </a:lnTo>
                <a:lnTo>
                  <a:pt x="5765812" y="50800"/>
                </a:lnTo>
                <a:lnTo>
                  <a:pt x="5711088" y="50800"/>
                </a:lnTo>
                <a:lnTo>
                  <a:pt x="5664187" y="61683"/>
                </a:lnTo>
                <a:lnTo>
                  <a:pt x="5770715" y="50800"/>
                </a:lnTo>
                <a:lnTo>
                  <a:pt x="5787212" y="49110"/>
                </a:lnTo>
                <a:lnTo>
                  <a:pt x="5916993" y="38100"/>
                </a:lnTo>
                <a:close/>
              </a:path>
              <a:path w="6687819" h="5224780">
                <a:moveTo>
                  <a:pt x="6085827" y="25400"/>
                </a:moveTo>
                <a:lnTo>
                  <a:pt x="5984468" y="25400"/>
                </a:lnTo>
                <a:lnTo>
                  <a:pt x="5937250" y="36385"/>
                </a:lnTo>
                <a:lnTo>
                  <a:pt x="5992088" y="31724"/>
                </a:lnTo>
                <a:lnTo>
                  <a:pt x="6085827" y="25400"/>
                </a:lnTo>
                <a:close/>
              </a:path>
              <a:path w="6687819" h="5224780">
                <a:moveTo>
                  <a:pt x="6301308" y="12700"/>
                </a:moveTo>
                <a:lnTo>
                  <a:pt x="6148082" y="12700"/>
                </a:lnTo>
                <a:lnTo>
                  <a:pt x="6096762" y="24663"/>
                </a:lnTo>
                <a:lnTo>
                  <a:pt x="6196215" y="17945"/>
                </a:lnTo>
                <a:lnTo>
                  <a:pt x="6301308" y="12700"/>
                </a:lnTo>
                <a:close/>
              </a:path>
              <a:path w="6687819" h="5224780">
                <a:moveTo>
                  <a:pt x="6687718" y="0"/>
                </a:moveTo>
                <a:lnTo>
                  <a:pt x="6365418" y="0"/>
                </a:lnTo>
                <a:lnTo>
                  <a:pt x="6313856" y="12077"/>
                </a:lnTo>
                <a:lnTo>
                  <a:pt x="6399606" y="7785"/>
                </a:lnTo>
                <a:lnTo>
                  <a:pt x="6602247" y="1244"/>
                </a:lnTo>
                <a:lnTo>
                  <a:pt x="6687718" y="0"/>
                </a:lnTo>
                <a:close/>
              </a:path>
            </a:pathLst>
          </a:custGeom>
          <a:solidFill>
            <a:srgbClr val="2E3192">
              <a:alpha val="1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9800" y="9636125"/>
            <a:ext cx="1351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5" dirty="0">
                <a:solidFill>
                  <a:srgbClr val="6C605A"/>
                </a:solidFill>
                <a:latin typeface="Consolas"/>
                <a:cs typeface="Consolas"/>
              </a:rPr>
              <a:t>ISQ BRASIL  /  NIT-DEV</a:t>
            </a:r>
            <a:r>
              <a:rPr sz="900" b="1" spc="1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0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00" b="1" spc="18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00" b="1" spc="5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02794" y="9636125"/>
            <a:ext cx="534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0" dirty="0">
                <a:solidFill>
                  <a:srgbClr val="6C605A"/>
                </a:solidFill>
                <a:latin typeface="Consolas"/>
                <a:cs typeface="Consolas"/>
              </a:rPr>
              <a:t>JUN 2026</a:t>
            </a:r>
            <a:r>
              <a:rPr sz="900" b="1" spc="1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00" b="1" spc="2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0716" y="2959100"/>
            <a:ext cx="22098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40" dirty="0">
                <a:solidFill>
                  <a:srgbClr val="CF6A5E"/>
                </a:solidFill>
                <a:latin typeface="Consolas"/>
                <a:cs typeface="Consolas"/>
              </a:rPr>
              <a:t>ANÁLISE TÉCNICA — SPRINT</a:t>
            </a:r>
            <a:r>
              <a:rPr sz="1100" b="1" spc="29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8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29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2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9836" y="3168650"/>
            <a:ext cx="7248525" cy="4222115"/>
          </a:xfrm>
          <a:prstGeom prst="rect">
            <a:avLst/>
          </a:prstGeom>
        </p:spPr>
        <p:txBody>
          <a:bodyPr vert="horz" wrap="square" lIns="0" tIns="318770" rIns="0" bIns="0" rtlCol="0">
            <a:spAutoFit/>
          </a:bodyPr>
          <a:lstStyle/>
          <a:p>
            <a:pPr marL="293370" marR="285750" indent="780415">
              <a:lnSpc>
                <a:spcPct val="76900"/>
              </a:lnSpc>
              <a:spcBef>
                <a:spcPts val="2510"/>
              </a:spcBef>
            </a:pPr>
            <a:r>
              <a:rPr sz="8700" b="1" dirty="0">
                <a:solidFill>
                  <a:srgbClr val="221712"/>
                </a:solidFill>
                <a:latin typeface="Georgia"/>
                <a:cs typeface="Georgia"/>
              </a:rPr>
              <a:t>Stack de RAG</a:t>
            </a:r>
            <a:r>
              <a:rPr sz="870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87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870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8700">
              <a:latin typeface="Georgia"/>
              <a:cs typeface="Georgia"/>
            </a:endParaRPr>
          </a:p>
          <a:p>
            <a:pPr marL="605155">
              <a:lnSpc>
                <a:spcPts val="7950"/>
              </a:lnSpc>
            </a:pPr>
            <a:r>
              <a:rPr sz="8700" b="1" dirty="0">
                <a:solidFill>
                  <a:srgbClr val="221712"/>
                </a:solidFill>
                <a:latin typeface="Georgia"/>
                <a:cs typeface="Georgia"/>
              </a:rPr>
              <a:t>para inspeção.</a:t>
            </a:r>
            <a:r>
              <a:rPr sz="8700" b="1" spc="-20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87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8700">
              <a:latin typeface="Georgia"/>
              <a:cs typeface="Georgia"/>
            </a:endParaRPr>
          </a:p>
          <a:p>
            <a:pPr marL="12700" marR="5080" indent="165735">
              <a:lnSpc>
                <a:spcPct val="110100"/>
              </a:lnSpc>
              <a:spcBef>
                <a:spcPts val="1080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>ChromaDB local vs. OpenAI Embeddings. Embedder, vector store, LLM e ingestão contínua.</a:t>
            </a:r>
            <a:r>
              <a:rPr sz="2100" spc="-2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84326" y="663575"/>
            <a:ext cx="213614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0" dirty="0">
                <a:solidFill>
                  <a:srgbClr val="6C605A"/>
                </a:solidFill>
                <a:latin typeface="Consolas"/>
                <a:cs typeface="Consolas"/>
              </a:rPr>
              <a:t>ANÁLISE  /  16 : 9</a:t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4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10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4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-42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-41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579" y="2473325"/>
            <a:ext cx="15398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30" dirty="0">
                <a:solidFill>
                  <a:srgbClr val="CF6A5E"/>
                </a:solidFill>
                <a:latin typeface="Consolas"/>
                <a:cs typeface="Consolas"/>
              </a:rPr>
              <a:t>ROTEIRO</a:t>
            </a:r>
            <a:r>
              <a:rPr sz="1100" b="1" spc="30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7941" y="2787650"/>
            <a:ext cx="5192395" cy="219138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 marR="5080" algn="ctr">
              <a:lnSpc>
                <a:spcPct val="81600"/>
              </a:lnSpc>
              <a:spcBef>
                <a:spcPts val="1290"/>
              </a:spcBef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Do corpus à recomendação.</a:t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22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2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499" y="5448299"/>
            <a:ext cx="5629275" cy="9525"/>
          </a:xfrm>
          <a:custGeom>
            <a:avLst/>
            <a:gdLst/>
            <a:ahLst/>
            <a:cxnLst/>
            <a:rect l="l" t="t" r="r" b="b"/>
            <a:pathLst>
              <a:path w="5629275" h="9525">
                <a:moveTo>
                  <a:pt x="5629274" y="9524"/>
                </a:moveTo>
                <a:lnTo>
                  <a:pt x="0" y="9524"/>
                </a:lnTo>
                <a:lnTo>
                  <a:pt x="0" y="0"/>
                </a:lnTo>
                <a:lnTo>
                  <a:pt x="5629274" y="0"/>
                </a:lnTo>
                <a:lnTo>
                  <a:pt x="5629274" y="9524"/>
                </a:lnTo>
                <a:close/>
              </a:path>
            </a:pathLst>
          </a:custGeom>
          <a:solidFill>
            <a:srgbClr val="E4D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52499" y="5598653"/>
          <a:ext cx="12000865" cy="2096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761365" algn="l"/>
                        </a:tabLst>
                      </a:pPr>
                      <a:r>
                        <a:rPr sz="1050" b="1" spc="-25" dirty="0">
                          <a:solidFill>
                            <a:srgbClr val="6C605A"/>
                          </a:solidFill>
                          <a:latin typeface="Consolas"/>
                          <a:cs typeface="Consolas"/>
                        </a:rPr>
                        <a:t>01	Contexto e descobertas</a:t>
                      </a:r>
                      <a:r>
                        <a:rPr sz="1050" b="1" dirty="0">
                          <a:solidFill>
                            <a:srgbClr val="6C605A"/>
                          </a:solidFill>
                          <a:latin typeface="Consolas"/>
                          <a:cs typeface="Consolas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5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4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1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endParaRPr sz="2100">
                        <a:latin typeface="Segoe UI"/>
                        <a:cs typeface="Segoe UI"/>
                      </a:endParaRPr>
                    </a:p>
                  </a:txBody>
                  <a:tcPr marL="0" marR="0" marT="20955" marB="0">
                    <a:lnB w="9525">
                      <a:solidFill>
                        <a:srgbClr val="E4DC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/>
                    <a:p>
                      <a:r>
                        <a:t>02</a:t>
                      </a:r>
                    </a:p>
                  </a:txBody>
                  <a:tcPr marL="0" marR="0" marT="635" marB="0">
                    <a:lnB w="9525">
                      <a:solidFill>
                        <a:srgbClr val="E4DC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>Stack atual e bug detectado</a:t>
                      </a:r>
                      <a:r>
                        <a:rPr sz="2100" b="1" spc="-5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5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1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endParaRPr sz="2100">
                        <a:latin typeface="Segoe UI"/>
                        <a:cs typeface="Segoe UI"/>
                      </a:endParaRPr>
                    </a:p>
                  </a:txBody>
                  <a:tcPr marL="0" marR="0" marT="20955" marB="0">
                    <a:lnB w="9525">
                      <a:solidFill>
                        <a:srgbClr val="E4DC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  <a:tabLst>
                          <a:tab pos="761365" algn="l"/>
                        </a:tabLst>
                      </a:pPr>
                      <a:r>
                        <a:rPr sz="1050" b="1" spc="-25" dirty="0">
                          <a:solidFill>
                            <a:srgbClr val="6C605A"/>
                          </a:solidFill>
                          <a:latin typeface="Consolas"/>
                          <a:cs typeface="Consolas"/>
                        </a:rPr>
                        <a:t>03	Corpus e ingestão contínua</a:t>
                      </a:r>
                      <a:r>
                        <a:rPr sz="1050" b="1" dirty="0">
                          <a:solidFill>
                            <a:srgbClr val="6C605A"/>
                          </a:solidFill>
                          <a:latin typeface="Consolas"/>
                          <a:cs typeface="Consolas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5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4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1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endParaRPr sz="2100">
                        <a:latin typeface="Segoe UI"/>
                        <a:cs typeface="Segoe UI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E4DCD4"/>
                      </a:solidFill>
                      <a:prstDash val="solid"/>
                    </a:lnT>
                    <a:lnB w="9525">
                      <a:solidFill>
                        <a:srgbClr val="E4DC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/>
                    <a:p>
                      <a:r>
                        <a:t>04</a:t>
                      </a:r>
                    </a:p>
                  </a:txBody>
                  <a:tcPr marL="0" marR="0" marT="146685" marB="0">
                    <a:lnT w="9525">
                      <a:solidFill>
                        <a:srgbClr val="E4DCD4"/>
                      </a:solidFill>
                      <a:prstDash val="solid"/>
                    </a:lnT>
                    <a:lnB w="9525">
                      <a:solidFill>
                        <a:srgbClr val="E4DC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>Custos e latência</a:t>
                      </a:r>
                      <a:r>
                        <a:rPr sz="2100" b="1" spc="-4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3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3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3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2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endParaRPr sz="2100">
                        <a:latin typeface="Segoe UI"/>
                        <a:cs typeface="Segoe UI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E4DCD4"/>
                      </a:solidFill>
                      <a:prstDash val="solid"/>
                    </a:lnT>
                    <a:lnB w="9525">
                      <a:solidFill>
                        <a:srgbClr val="E4DC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  <a:tabLst>
                          <a:tab pos="761365" algn="l"/>
                        </a:tabLst>
                      </a:pPr>
                      <a:r>
                        <a:rPr sz="1050" b="1" spc="-25" dirty="0">
                          <a:solidFill>
                            <a:srgbClr val="6C605A"/>
                          </a:solidFill>
                          <a:latin typeface="Consolas"/>
                          <a:cs typeface="Consolas"/>
                        </a:rPr>
                        <a:t>05	Bench parcial — resultados</a:t>
                      </a:r>
                      <a:r>
                        <a:rPr sz="1050" b="1" dirty="0">
                          <a:solidFill>
                            <a:srgbClr val="6C605A"/>
                          </a:solidFill>
                          <a:latin typeface="Consolas"/>
                          <a:cs typeface="Consolas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6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6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6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1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endParaRPr sz="2100">
                        <a:latin typeface="Segoe UI"/>
                        <a:cs typeface="Segoe UI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E4DC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/>
                    <a:p>
                      <a:r>
                        <a:t>06</a:t>
                      </a:r>
                    </a:p>
                  </a:txBody>
                  <a:tcPr marL="0" marR="0" marT="146685" marB="0">
                    <a:lnT w="9525">
                      <a:solidFill>
                        <a:srgbClr val="E4DC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>Proposta e próximos passos</a:t>
                      </a:r>
                      <a:r>
                        <a:rPr sz="2100" b="1" spc="-65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6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6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6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r>
                        <a:rPr sz="2100" b="1" spc="-10" dirty="0">
                          <a:solidFill>
                            <a:srgbClr val="221712"/>
                          </a:solidFill>
                          <a:latin typeface="Segoe UI"/>
                          <a:cs typeface="Segoe UI"/>
                        </a:rPr>
                        <a:t/>
                      </a:r>
                      <a:endParaRPr sz="2100">
                        <a:latin typeface="Segoe UI"/>
                        <a:cs typeface="Segoe UI"/>
                      </a:endParaRPr>
                    </a:p>
                  </a:txBody>
                  <a:tcPr marL="0" marR="0" marT="166370" marB="0">
                    <a:lnT w="9525">
                      <a:solidFill>
                        <a:srgbClr val="E4DCD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324724" y="5448299"/>
            <a:ext cx="5629275" cy="9525"/>
          </a:xfrm>
          <a:custGeom>
            <a:avLst/>
            <a:gdLst/>
            <a:ahLst/>
            <a:cxnLst/>
            <a:rect l="l" t="t" r="r" b="b"/>
            <a:pathLst>
              <a:path w="5629275" h="9525">
                <a:moveTo>
                  <a:pt x="5629274" y="9524"/>
                </a:moveTo>
                <a:lnTo>
                  <a:pt x="0" y="9524"/>
                </a:lnTo>
                <a:lnTo>
                  <a:pt x="0" y="0"/>
                </a:lnTo>
                <a:lnTo>
                  <a:pt x="5629274" y="0"/>
                </a:lnTo>
                <a:lnTo>
                  <a:pt x="5629274" y="9524"/>
                </a:lnTo>
                <a:close/>
              </a:path>
            </a:pathLst>
          </a:custGeom>
          <a:solidFill>
            <a:srgbClr val="E4D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02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82705" y="5062397"/>
            <a:ext cx="6687820" cy="5224780"/>
          </a:xfrm>
          <a:custGeom>
            <a:avLst/>
            <a:gdLst/>
            <a:ahLst/>
            <a:cxnLst/>
            <a:rect l="l" t="t" r="r" b="b"/>
            <a:pathLst>
              <a:path w="6687819" h="5224780">
                <a:moveTo>
                  <a:pt x="965492" y="1716925"/>
                </a:moveTo>
                <a:lnTo>
                  <a:pt x="930935" y="1739900"/>
                </a:lnTo>
                <a:lnTo>
                  <a:pt x="893432" y="1765300"/>
                </a:lnTo>
                <a:lnTo>
                  <a:pt x="861885" y="1797951"/>
                </a:lnTo>
                <a:lnTo>
                  <a:pt x="861415" y="1798434"/>
                </a:lnTo>
                <a:lnTo>
                  <a:pt x="856627" y="1803400"/>
                </a:lnTo>
                <a:lnTo>
                  <a:pt x="820534" y="1828800"/>
                </a:lnTo>
                <a:lnTo>
                  <a:pt x="785164" y="1866900"/>
                </a:lnTo>
                <a:lnTo>
                  <a:pt x="750506" y="1892300"/>
                </a:lnTo>
                <a:lnTo>
                  <a:pt x="716584" y="1930400"/>
                </a:lnTo>
                <a:lnTo>
                  <a:pt x="683387" y="1955800"/>
                </a:lnTo>
                <a:lnTo>
                  <a:pt x="650938" y="1993900"/>
                </a:lnTo>
                <a:lnTo>
                  <a:pt x="619213" y="2019300"/>
                </a:lnTo>
                <a:lnTo>
                  <a:pt x="588251" y="2057400"/>
                </a:lnTo>
                <a:lnTo>
                  <a:pt x="558038" y="2082800"/>
                </a:lnTo>
                <a:lnTo>
                  <a:pt x="528574" y="2120900"/>
                </a:lnTo>
                <a:lnTo>
                  <a:pt x="499872" y="2146300"/>
                </a:lnTo>
                <a:lnTo>
                  <a:pt x="471932" y="2184400"/>
                </a:lnTo>
                <a:lnTo>
                  <a:pt x="444766" y="2209800"/>
                </a:lnTo>
                <a:lnTo>
                  <a:pt x="418376" y="2247900"/>
                </a:lnTo>
                <a:lnTo>
                  <a:pt x="392747" y="2273300"/>
                </a:lnTo>
                <a:lnTo>
                  <a:pt x="367906" y="2311400"/>
                </a:lnTo>
                <a:lnTo>
                  <a:pt x="343865" y="2336800"/>
                </a:lnTo>
                <a:lnTo>
                  <a:pt x="320598" y="2374900"/>
                </a:lnTo>
                <a:lnTo>
                  <a:pt x="298119" y="2413000"/>
                </a:lnTo>
                <a:lnTo>
                  <a:pt x="276440" y="2438400"/>
                </a:lnTo>
                <a:lnTo>
                  <a:pt x="255562" y="2476500"/>
                </a:lnTo>
                <a:lnTo>
                  <a:pt x="235483" y="2501900"/>
                </a:lnTo>
                <a:lnTo>
                  <a:pt x="216204" y="2540000"/>
                </a:lnTo>
                <a:lnTo>
                  <a:pt x="197739" y="2565400"/>
                </a:lnTo>
                <a:lnTo>
                  <a:pt x="180086" y="2603500"/>
                </a:lnTo>
                <a:lnTo>
                  <a:pt x="163233" y="2641600"/>
                </a:lnTo>
                <a:lnTo>
                  <a:pt x="147205" y="2667000"/>
                </a:lnTo>
                <a:lnTo>
                  <a:pt x="131991" y="2705100"/>
                </a:lnTo>
                <a:lnTo>
                  <a:pt x="117602" y="2730500"/>
                </a:lnTo>
                <a:lnTo>
                  <a:pt x="104038" y="2768600"/>
                </a:lnTo>
                <a:lnTo>
                  <a:pt x="91287" y="2794000"/>
                </a:lnTo>
                <a:lnTo>
                  <a:pt x="79362" y="2832100"/>
                </a:lnTo>
                <a:lnTo>
                  <a:pt x="68275" y="2870200"/>
                </a:lnTo>
                <a:lnTo>
                  <a:pt x="58013" y="2895600"/>
                </a:lnTo>
                <a:lnTo>
                  <a:pt x="48577" y="2933700"/>
                </a:lnTo>
                <a:lnTo>
                  <a:pt x="39979" y="2959100"/>
                </a:lnTo>
                <a:lnTo>
                  <a:pt x="32219" y="2997200"/>
                </a:lnTo>
                <a:lnTo>
                  <a:pt x="25285" y="3022600"/>
                </a:lnTo>
                <a:lnTo>
                  <a:pt x="19189" y="3060700"/>
                </a:lnTo>
                <a:lnTo>
                  <a:pt x="13931" y="3086100"/>
                </a:lnTo>
                <a:lnTo>
                  <a:pt x="9512" y="3124200"/>
                </a:lnTo>
                <a:lnTo>
                  <a:pt x="5930" y="3149600"/>
                </a:lnTo>
                <a:lnTo>
                  <a:pt x="3187" y="3187700"/>
                </a:lnTo>
                <a:lnTo>
                  <a:pt x="1295" y="3225800"/>
                </a:lnTo>
                <a:lnTo>
                  <a:pt x="228" y="3251200"/>
                </a:lnTo>
                <a:lnTo>
                  <a:pt x="0" y="3289300"/>
                </a:lnTo>
                <a:lnTo>
                  <a:pt x="622" y="3314700"/>
                </a:lnTo>
                <a:lnTo>
                  <a:pt x="2070" y="3352800"/>
                </a:lnTo>
                <a:lnTo>
                  <a:pt x="5600" y="3393148"/>
                </a:lnTo>
                <a:lnTo>
                  <a:pt x="262991" y="5224602"/>
                </a:lnTo>
                <a:lnTo>
                  <a:pt x="272618" y="5224602"/>
                </a:lnTo>
                <a:lnTo>
                  <a:pt x="20916" y="3433648"/>
                </a:lnTo>
                <a:lnTo>
                  <a:pt x="15290" y="3386988"/>
                </a:lnTo>
                <a:lnTo>
                  <a:pt x="11531" y="3340176"/>
                </a:lnTo>
                <a:lnTo>
                  <a:pt x="9626" y="3293199"/>
                </a:lnTo>
                <a:lnTo>
                  <a:pt x="9588" y="3246094"/>
                </a:lnTo>
                <a:lnTo>
                  <a:pt x="11391" y="3198825"/>
                </a:lnTo>
                <a:lnTo>
                  <a:pt x="15062" y="3151403"/>
                </a:lnTo>
                <a:lnTo>
                  <a:pt x="20599" y="3103829"/>
                </a:lnTo>
                <a:lnTo>
                  <a:pt x="27978" y="3056115"/>
                </a:lnTo>
                <a:lnTo>
                  <a:pt x="37223" y="3008249"/>
                </a:lnTo>
                <a:lnTo>
                  <a:pt x="48323" y="2960217"/>
                </a:lnTo>
                <a:lnTo>
                  <a:pt x="61290" y="2912046"/>
                </a:lnTo>
                <a:lnTo>
                  <a:pt x="76098" y="2863723"/>
                </a:lnTo>
                <a:lnTo>
                  <a:pt x="92773" y="2815247"/>
                </a:lnTo>
                <a:lnTo>
                  <a:pt x="111315" y="2766631"/>
                </a:lnTo>
                <a:lnTo>
                  <a:pt x="129476" y="2723007"/>
                </a:lnTo>
                <a:lnTo>
                  <a:pt x="149110" y="2679369"/>
                </a:lnTo>
                <a:lnTo>
                  <a:pt x="170205" y="2635745"/>
                </a:lnTo>
                <a:lnTo>
                  <a:pt x="192760" y="2592120"/>
                </a:lnTo>
                <a:lnTo>
                  <a:pt x="216789" y="2548483"/>
                </a:lnTo>
                <a:lnTo>
                  <a:pt x="242265" y="2504884"/>
                </a:lnTo>
                <a:lnTo>
                  <a:pt x="269163" y="2461336"/>
                </a:lnTo>
                <a:lnTo>
                  <a:pt x="297497" y="2417851"/>
                </a:lnTo>
                <a:lnTo>
                  <a:pt x="327253" y="2374417"/>
                </a:lnTo>
                <a:lnTo>
                  <a:pt x="358457" y="2331047"/>
                </a:lnTo>
                <a:lnTo>
                  <a:pt x="391058" y="2287752"/>
                </a:lnTo>
                <a:lnTo>
                  <a:pt x="425056" y="2244585"/>
                </a:lnTo>
                <a:lnTo>
                  <a:pt x="460438" y="2201532"/>
                </a:lnTo>
                <a:lnTo>
                  <a:pt x="497205" y="2158593"/>
                </a:lnTo>
                <a:lnTo>
                  <a:pt x="535355" y="2115782"/>
                </a:lnTo>
                <a:lnTo>
                  <a:pt x="568198" y="2080196"/>
                </a:lnTo>
                <a:lnTo>
                  <a:pt x="601954" y="2044750"/>
                </a:lnTo>
                <a:lnTo>
                  <a:pt x="636651" y="2009419"/>
                </a:lnTo>
                <a:lnTo>
                  <a:pt x="672274" y="1974202"/>
                </a:lnTo>
                <a:lnTo>
                  <a:pt x="708825" y="1939112"/>
                </a:lnTo>
                <a:lnTo>
                  <a:pt x="746302" y="1904136"/>
                </a:lnTo>
                <a:lnTo>
                  <a:pt x="784682" y="1869300"/>
                </a:lnTo>
                <a:lnTo>
                  <a:pt x="823950" y="1834629"/>
                </a:lnTo>
                <a:lnTo>
                  <a:pt x="863892" y="1800301"/>
                </a:lnTo>
                <a:lnTo>
                  <a:pt x="864019" y="1800199"/>
                </a:lnTo>
                <a:lnTo>
                  <a:pt x="864412" y="1799856"/>
                </a:lnTo>
                <a:lnTo>
                  <a:pt x="905129" y="1765769"/>
                </a:lnTo>
                <a:lnTo>
                  <a:pt x="947051" y="1731581"/>
                </a:lnTo>
                <a:lnTo>
                  <a:pt x="965492" y="1716925"/>
                </a:lnTo>
                <a:close/>
              </a:path>
              <a:path w="6687819" h="5224780">
                <a:moveTo>
                  <a:pt x="1469974" y="1364411"/>
                </a:moveTo>
                <a:lnTo>
                  <a:pt x="1343482" y="1435100"/>
                </a:lnTo>
                <a:lnTo>
                  <a:pt x="1299260" y="1473200"/>
                </a:lnTo>
                <a:lnTo>
                  <a:pt x="1212735" y="1524000"/>
                </a:lnTo>
                <a:lnTo>
                  <a:pt x="1170457" y="1562100"/>
                </a:lnTo>
                <a:lnTo>
                  <a:pt x="1087894" y="1612900"/>
                </a:lnTo>
                <a:lnTo>
                  <a:pt x="1047623" y="1651000"/>
                </a:lnTo>
                <a:lnTo>
                  <a:pt x="1008037" y="1676400"/>
                </a:lnTo>
                <a:lnTo>
                  <a:pt x="971715" y="1711972"/>
                </a:lnTo>
                <a:lnTo>
                  <a:pt x="989850" y="1697558"/>
                </a:lnTo>
                <a:lnTo>
                  <a:pt x="1027226" y="1668526"/>
                </a:lnTo>
                <a:lnTo>
                  <a:pt x="1065225" y="1639646"/>
                </a:lnTo>
                <a:lnTo>
                  <a:pt x="1103820" y="1610906"/>
                </a:lnTo>
                <a:lnTo>
                  <a:pt x="1143038" y="1582318"/>
                </a:lnTo>
                <a:lnTo>
                  <a:pt x="1182878" y="1553870"/>
                </a:lnTo>
                <a:lnTo>
                  <a:pt x="1223327" y="1525574"/>
                </a:lnTo>
                <a:lnTo>
                  <a:pt x="1264386" y="1497418"/>
                </a:lnTo>
                <a:lnTo>
                  <a:pt x="1306042" y="1469428"/>
                </a:lnTo>
                <a:lnTo>
                  <a:pt x="1348270" y="1441602"/>
                </a:lnTo>
                <a:lnTo>
                  <a:pt x="1391069" y="1413954"/>
                </a:lnTo>
                <a:lnTo>
                  <a:pt x="1434452" y="1386471"/>
                </a:lnTo>
                <a:lnTo>
                  <a:pt x="1469974" y="1364411"/>
                </a:lnTo>
                <a:close/>
              </a:path>
              <a:path w="6687819" h="5224780">
                <a:moveTo>
                  <a:pt x="1693633" y="1232674"/>
                </a:moveTo>
                <a:lnTo>
                  <a:pt x="1670570" y="1244600"/>
                </a:lnTo>
                <a:lnTo>
                  <a:pt x="1526717" y="1320800"/>
                </a:lnTo>
                <a:lnTo>
                  <a:pt x="1483309" y="1356182"/>
                </a:lnTo>
                <a:lnTo>
                  <a:pt x="1522920" y="1332039"/>
                </a:lnTo>
                <a:lnTo>
                  <a:pt x="1613674" y="1278318"/>
                </a:lnTo>
                <a:lnTo>
                  <a:pt x="1693633" y="1232674"/>
                </a:lnTo>
                <a:close/>
              </a:path>
              <a:path w="6687819" h="5224780">
                <a:moveTo>
                  <a:pt x="1931377" y="1105192"/>
                </a:moveTo>
                <a:lnTo>
                  <a:pt x="1891068" y="1117600"/>
                </a:lnTo>
                <a:lnTo>
                  <a:pt x="1809610" y="1168400"/>
                </a:lnTo>
                <a:lnTo>
                  <a:pt x="1769427" y="1181100"/>
                </a:lnTo>
                <a:lnTo>
                  <a:pt x="1724901" y="1215212"/>
                </a:lnTo>
                <a:lnTo>
                  <a:pt x="1801596" y="1173213"/>
                </a:lnTo>
                <a:lnTo>
                  <a:pt x="1898738" y="1121854"/>
                </a:lnTo>
                <a:lnTo>
                  <a:pt x="1931377" y="1105192"/>
                </a:lnTo>
                <a:close/>
              </a:path>
              <a:path w="6687819" h="5224780">
                <a:moveTo>
                  <a:pt x="2274747" y="939787"/>
                </a:moveTo>
                <a:lnTo>
                  <a:pt x="2230793" y="952500"/>
                </a:lnTo>
                <a:lnTo>
                  <a:pt x="2187156" y="977900"/>
                </a:lnTo>
                <a:lnTo>
                  <a:pt x="2143836" y="990600"/>
                </a:lnTo>
                <a:lnTo>
                  <a:pt x="2058225" y="1041400"/>
                </a:lnTo>
                <a:lnTo>
                  <a:pt x="2015921" y="1054100"/>
                </a:lnTo>
                <a:lnTo>
                  <a:pt x="1934311" y="1103693"/>
                </a:lnTo>
                <a:lnTo>
                  <a:pt x="1985403" y="1077607"/>
                </a:lnTo>
                <a:lnTo>
                  <a:pt x="2073554" y="1034046"/>
                </a:lnTo>
                <a:lnTo>
                  <a:pt x="2163178" y="991158"/>
                </a:lnTo>
                <a:lnTo>
                  <a:pt x="2254288" y="948956"/>
                </a:lnTo>
                <a:lnTo>
                  <a:pt x="2274747" y="939787"/>
                </a:lnTo>
                <a:close/>
              </a:path>
              <a:path w="6687819" h="5224780">
                <a:moveTo>
                  <a:pt x="2353449" y="904595"/>
                </a:moveTo>
                <a:lnTo>
                  <a:pt x="2319032" y="914400"/>
                </a:lnTo>
                <a:lnTo>
                  <a:pt x="2274747" y="939787"/>
                </a:lnTo>
                <a:lnTo>
                  <a:pt x="2346795" y="907478"/>
                </a:lnTo>
                <a:lnTo>
                  <a:pt x="2353449" y="904595"/>
                </a:lnTo>
                <a:close/>
              </a:path>
              <a:path w="6687819" h="5224780">
                <a:moveTo>
                  <a:pt x="2437219" y="868235"/>
                </a:moveTo>
                <a:lnTo>
                  <a:pt x="2408529" y="876300"/>
                </a:lnTo>
                <a:lnTo>
                  <a:pt x="2375141" y="895184"/>
                </a:lnTo>
                <a:lnTo>
                  <a:pt x="2437219" y="868235"/>
                </a:lnTo>
                <a:close/>
              </a:path>
              <a:path w="6687819" h="5224780">
                <a:moveTo>
                  <a:pt x="2526842" y="830541"/>
                </a:moveTo>
                <a:lnTo>
                  <a:pt x="2499245" y="838200"/>
                </a:lnTo>
                <a:lnTo>
                  <a:pt x="2470721" y="854113"/>
                </a:lnTo>
                <a:lnTo>
                  <a:pt x="2526842" y="830541"/>
                </a:lnTo>
                <a:close/>
              </a:path>
              <a:path w="6687819" h="5224780">
                <a:moveTo>
                  <a:pt x="2624963" y="790841"/>
                </a:moveTo>
                <a:lnTo>
                  <a:pt x="2591143" y="800100"/>
                </a:lnTo>
                <a:lnTo>
                  <a:pt x="2561552" y="816394"/>
                </a:lnTo>
                <a:lnTo>
                  <a:pt x="2624963" y="790841"/>
                </a:lnTo>
                <a:close/>
              </a:path>
              <a:path w="6687819" h="5224780">
                <a:moveTo>
                  <a:pt x="2728658" y="749973"/>
                </a:moveTo>
                <a:lnTo>
                  <a:pt x="2684208" y="762000"/>
                </a:lnTo>
                <a:lnTo>
                  <a:pt x="2649042" y="781126"/>
                </a:lnTo>
                <a:lnTo>
                  <a:pt x="2680982" y="768261"/>
                </a:lnTo>
                <a:lnTo>
                  <a:pt x="2728658" y="749973"/>
                </a:lnTo>
                <a:close/>
              </a:path>
              <a:path w="6687819" h="5224780">
                <a:moveTo>
                  <a:pt x="2967113" y="661136"/>
                </a:moveTo>
                <a:lnTo>
                  <a:pt x="2873616" y="685800"/>
                </a:lnTo>
                <a:lnTo>
                  <a:pt x="2825851" y="711200"/>
                </a:lnTo>
                <a:lnTo>
                  <a:pt x="2778366" y="723900"/>
                </a:lnTo>
                <a:lnTo>
                  <a:pt x="2732963" y="748322"/>
                </a:lnTo>
                <a:lnTo>
                  <a:pt x="2828874" y="711542"/>
                </a:lnTo>
                <a:lnTo>
                  <a:pt x="2967113" y="661136"/>
                </a:lnTo>
                <a:close/>
              </a:path>
              <a:path w="6687819" h="5224780">
                <a:moveTo>
                  <a:pt x="3111436" y="610831"/>
                </a:moveTo>
                <a:lnTo>
                  <a:pt x="3018421" y="635000"/>
                </a:lnTo>
                <a:lnTo>
                  <a:pt x="2971673" y="659472"/>
                </a:lnTo>
                <a:lnTo>
                  <a:pt x="2979369" y="656666"/>
                </a:lnTo>
                <a:lnTo>
                  <a:pt x="3111436" y="610831"/>
                </a:lnTo>
                <a:close/>
              </a:path>
              <a:path w="6687819" h="5224780">
                <a:moveTo>
                  <a:pt x="3285020" y="553643"/>
                </a:moveTo>
                <a:lnTo>
                  <a:pt x="3165462" y="584200"/>
                </a:lnTo>
                <a:lnTo>
                  <a:pt x="3118675" y="608330"/>
                </a:lnTo>
                <a:lnTo>
                  <a:pt x="3120987" y="607517"/>
                </a:lnTo>
                <a:lnTo>
                  <a:pt x="3258756" y="561936"/>
                </a:lnTo>
                <a:lnTo>
                  <a:pt x="3285020" y="553643"/>
                </a:lnTo>
                <a:close/>
              </a:path>
              <a:path w="6687819" h="5224780">
                <a:moveTo>
                  <a:pt x="3516947" y="482549"/>
                </a:moveTo>
                <a:lnTo>
                  <a:pt x="3364725" y="520700"/>
                </a:lnTo>
                <a:lnTo>
                  <a:pt x="3323869" y="541388"/>
                </a:lnTo>
                <a:lnTo>
                  <a:pt x="3398278" y="517918"/>
                </a:lnTo>
                <a:lnTo>
                  <a:pt x="3516947" y="482549"/>
                </a:lnTo>
                <a:close/>
              </a:path>
              <a:path w="6687819" h="5224780">
                <a:moveTo>
                  <a:pt x="3905554" y="375323"/>
                </a:moveTo>
                <a:lnTo>
                  <a:pt x="3618585" y="444500"/>
                </a:lnTo>
                <a:lnTo>
                  <a:pt x="3579469" y="463905"/>
                </a:lnTo>
                <a:lnTo>
                  <a:pt x="3586886" y="461695"/>
                </a:lnTo>
                <a:lnTo>
                  <a:pt x="3778072" y="408432"/>
                </a:lnTo>
                <a:lnTo>
                  <a:pt x="3905554" y="375323"/>
                </a:lnTo>
                <a:close/>
              </a:path>
              <a:path w="6687819" h="5224780">
                <a:moveTo>
                  <a:pt x="4617732" y="215900"/>
                </a:moveTo>
                <a:lnTo>
                  <a:pt x="4566996" y="215900"/>
                </a:lnTo>
                <a:lnTo>
                  <a:pt x="4238307" y="295122"/>
                </a:lnTo>
                <a:lnTo>
                  <a:pt x="4365155" y="266827"/>
                </a:lnTo>
                <a:lnTo>
                  <a:pt x="4564392" y="225920"/>
                </a:lnTo>
                <a:lnTo>
                  <a:pt x="4617732" y="215900"/>
                </a:lnTo>
                <a:close/>
              </a:path>
              <a:path w="6687819" h="5224780">
                <a:moveTo>
                  <a:pt x="4826266" y="177800"/>
                </a:moveTo>
                <a:lnTo>
                  <a:pt x="4783099" y="177800"/>
                </a:lnTo>
                <a:lnTo>
                  <a:pt x="4633430" y="212953"/>
                </a:lnTo>
                <a:lnTo>
                  <a:pt x="4765014" y="188239"/>
                </a:lnTo>
                <a:lnTo>
                  <a:pt x="4826266" y="177800"/>
                </a:lnTo>
                <a:close/>
              </a:path>
              <a:path w="6687819" h="5224780">
                <a:moveTo>
                  <a:pt x="5324843" y="101600"/>
                </a:moveTo>
                <a:lnTo>
                  <a:pt x="5320119" y="101600"/>
                </a:lnTo>
                <a:lnTo>
                  <a:pt x="5308981" y="101600"/>
                </a:lnTo>
                <a:lnTo>
                  <a:pt x="5273281" y="101600"/>
                </a:lnTo>
                <a:lnTo>
                  <a:pt x="5218620" y="114300"/>
                </a:lnTo>
                <a:lnTo>
                  <a:pt x="5163998" y="114300"/>
                </a:lnTo>
                <a:lnTo>
                  <a:pt x="5054892" y="139700"/>
                </a:lnTo>
                <a:lnTo>
                  <a:pt x="5000422" y="139700"/>
                </a:lnTo>
                <a:lnTo>
                  <a:pt x="4867160" y="170827"/>
                </a:lnTo>
                <a:lnTo>
                  <a:pt x="4966716" y="153847"/>
                </a:lnTo>
                <a:lnTo>
                  <a:pt x="5104676" y="132702"/>
                </a:lnTo>
                <a:lnTo>
                  <a:pt x="5169205" y="122809"/>
                </a:lnTo>
                <a:lnTo>
                  <a:pt x="5324843" y="101600"/>
                </a:lnTo>
                <a:close/>
              </a:path>
              <a:path w="6687819" h="5224780">
                <a:moveTo>
                  <a:pt x="5424144" y="88900"/>
                </a:moveTo>
                <a:lnTo>
                  <a:pt x="5382653" y="88900"/>
                </a:lnTo>
                <a:lnTo>
                  <a:pt x="5332361" y="100571"/>
                </a:lnTo>
                <a:lnTo>
                  <a:pt x="5375211" y="94729"/>
                </a:lnTo>
                <a:lnTo>
                  <a:pt x="5424144" y="88900"/>
                </a:lnTo>
                <a:close/>
              </a:path>
              <a:path w="6687819" h="5224780">
                <a:moveTo>
                  <a:pt x="5530608" y="76200"/>
                </a:moveTo>
                <a:lnTo>
                  <a:pt x="5492115" y="76200"/>
                </a:lnTo>
                <a:lnTo>
                  <a:pt x="5451373" y="85648"/>
                </a:lnTo>
                <a:lnTo>
                  <a:pt x="5530608" y="76200"/>
                </a:lnTo>
                <a:close/>
              </a:path>
              <a:path w="6687819" h="5224780">
                <a:moveTo>
                  <a:pt x="5646382" y="63500"/>
                </a:moveTo>
                <a:lnTo>
                  <a:pt x="5601614" y="63500"/>
                </a:lnTo>
                <a:lnTo>
                  <a:pt x="5564073" y="72212"/>
                </a:lnTo>
                <a:lnTo>
                  <a:pt x="5581586" y="70116"/>
                </a:lnTo>
                <a:lnTo>
                  <a:pt x="5646382" y="63500"/>
                </a:lnTo>
                <a:close/>
              </a:path>
              <a:path w="6687819" h="5224780">
                <a:moveTo>
                  <a:pt x="5916993" y="38100"/>
                </a:moveTo>
                <a:lnTo>
                  <a:pt x="5820524" y="38100"/>
                </a:lnTo>
                <a:lnTo>
                  <a:pt x="5765812" y="50800"/>
                </a:lnTo>
                <a:lnTo>
                  <a:pt x="5711088" y="50800"/>
                </a:lnTo>
                <a:lnTo>
                  <a:pt x="5664187" y="61683"/>
                </a:lnTo>
                <a:lnTo>
                  <a:pt x="5770727" y="50800"/>
                </a:lnTo>
                <a:lnTo>
                  <a:pt x="5787212" y="49110"/>
                </a:lnTo>
                <a:lnTo>
                  <a:pt x="5916993" y="38100"/>
                </a:lnTo>
                <a:close/>
              </a:path>
              <a:path w="6687819" h="5224780">
                <a:moveTo>
                  <a:pt x="6085840" y="25400"/>
                </a:moveTo>
                <a:lnTo>
                  <a:pt x="5984468" y="25400"/>
                </a:lnTo>
                <a:lnTo>
                  <a:pt x="5937237" y="36372"/>
                </a:lnTo>
                <a:lnTo>
                  <a:pt x="5992088" y="31724"/>
                </a:lnTo>
                <a:lnTo>
                  <a:pt x="6085840" y="25400"/>
                </a:lnTo>
                <a:close/>
              </a:path>
              <a:path w="6687819" h="5224780">
                <a:moveTo>
                  <a:pt x="6301321" y="12700"/>
                </a:moveTo>
                <a:lnTo>
                  <a:pt x="6148082" y="12700"/>
                </a:lnTo>
                <a:lnTo>
                  <a:pt x="6096749" y="24663"/>
                </a:lnTo>
                <a:lnTo>
                  <a:pt x="6196215" y="17945"/>
                </a:lnTo>
                <a:lnTo>
                  <a:pt x="6301321" y="12700"/>
                </a:lnTo>
                <a:close/>
              </a:path>
              <a:path w="6687819" h="5224780">
                <a:moveTo>
                  <a:pt x="6687756" y="0"/>
                </a:moveTo>
                <a:lnTo>
                  <a:pt x="6365418" y="0"/>
                </a:lnTo>
                <a:lnTo>
                  <a:pt x="6313856" y="12065"/>
                </a:lnTo>
                <a:lnTo>
                  <a:pt x="6399606" y="7785"/>
                </a:lnTo>
                <a:lnTo>
                  <a:pt x="6602247" y="1244"/>
                </a:lnTo>
                <a:lnTo>
                  <a:pt x="6687756" y="0"/>
                </a:lnTo>
                <a:close/>
              </a:path>
            </a:pathLst>
          </a:custGeom>
          <a:solidFill>
            <a:srgbClr val="FFFAF6">
              <a:alpha val="1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668516" y="3292475"/>
            <a:ext cx="6951345" cy="3764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125"/>
              </a:spcBef>
            </a:pPr>
            <a:r>
              <a:rPr sz="1100" b="1" spc="135" dirty="0">
                <a:solidFill>
                  <a:srgbClr val="D7806B"/>
                </a:solidFill>
                <a:latin typeface="Consolas"/>
                <a:cs typeface="Consolas"/>
              </a:rPr>
              <a:t>SUMÁRIO EXECUTIVO</a:t>
            </a:r>
            <a:r>
              <a:rPr sz="1100" b="1" spc="28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12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Consolas"/>
              <a:cs typeface="Consolas"/>
            </a:endParaRPr>
          </a:p>
          <a:p>
            <a:pPr marL="137795" marR="130175" algn="ctr">
              <a:lnSpc>
                <a:spcPct val="76900"/>
              </a:lnSpc>
            </a:pPr>
            <a:r>
              <a:rPr sz="8700" b="1" dirty="0">
                <a:solidFill>
                  <a:srgbClr val="FFFAF6"/>
                </a:solidFill>
                <a:latin typeface="Georgia"/>
                <a:cs typeface="Georgia"/>
              </a:rPr>
              <a:t>Precisão, não escala.</a:t>
            </a:r>
            <a:r>
              <a:rPr sz="8700" b="1" spc="-26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spc="-1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endParaRPr sz="8700">
              <a:latin typeface="Georgia"/>
              <a:cs typeface="Georgia"/>
            </a:endParaRPr>
          </a:p>
          <a:p>
            <a:pPr marL="12065" marR="5080" indent="-635" algn="ctr">
              <a:lnSpc>
                <a:spcPct val="110100"/>
              </a:lnSpc>
              <a:spcBef>
                <a:spcPts val="1005"/>
              </a:spcBef>
            </a:pP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>Corpus de 8.021 chunks. Bug atual entre indexação e consulta. Embedding custa centavos; a decisão está no retrieval e no LLM gerador.</a:t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03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8365" y="1530350"/>
            <a:ext cx="77406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>ACHADOS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6808" y="1844675"/>
            <a:ext cx="7114540" cy="34315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955040" marR="947419" indent="307340">
              <a:lnSpc>
                <a:spcPts val="5250"/>
              </a:lnSpc>
              <a:spcBef>
                <a:spcPts val="1300"/>
              </a:spcBef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Três achados que</a:t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332865">
              <a:lnSpc>
                <a:spcPts val="5355"/>
              </a:lnSpc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mudam a sprint.</a:t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2065" marR="5080" algn="ctr">
              <a:lnSpc>
                <a:spcPct val="110100"/>
              </a:lnSpc>
              <a:spcBef>
                <a:spcPts val="1440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>Direto do chroma.sqlite3 e do código do db-backend.</a:t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5800723"/>
            <a:ext cx="5305425" cy="3000375"/>
            <a:chOff x="952499" y="5800723"/>
            <a:chExt cx="5305425" cy="3000375"/>
          </a:xfrm>
        </p:grpSpPr>
        <p:sp>
          <p:nvSpPr>
            <p:cNvPr id="5" name="object 5"/>
            <p:cNvSpPr/>
            <p:nvPr/>
          </p:nvSpPr>
          <p:spPr>
            <a:xfrm>
              <a:off x="957262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5148262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7" y="2982221"/>
                  </a:lnTo>
                  <a:lnTo>
                    <a:pt x="59682" y="2961785"/>
                  </a:lnTo>
                  <a:lnTo>
                    <a:pt x="29058" y="2931162"/>
                  </a:lnTo>
                  <a:lnTo>
                    <a:pt x="8626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5" y="104776"/>
                  </a:lnTo>
                  <a:lnTo>
                    <a:pt x="24881" y="65612"/>
                  </a:lnTo>
                  <a:lnTo>
                    <a:pt x="53976" y="33507"/>
                  </a:lnTo>
                  <a:lnTo>
                    <a:pt x="91138" y="11233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4" y="24880"/>
                  </a:lnTo>
                  <a:lnTo>
                    <a:pt x="5262387" y="53973"/>
                  </a:lnTo>
                  <a:lnTo>
                    <a:pt x="5284660" y="91136"/>
                  </a:lnTo>
                  <a:lnTo>
                    <a:pt x="5295190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3" y="2886064"/>
                  </a:lnTo>
                  <a:lnTo>
                    <a:pt x="5271017" y="2925230"/>
                  </a:lnTo>
                  <a:lnTo>
                    <a:pt x="5241922" y="2957333"/>
                  </a:lnTo>
                  <a:lnTo>
                    <a:pt x="5204759" y="2979603"/>
                  </a:lnTo>
                  <a:lnTo>
                    <a:pt x="5162733" y="2990137"/>
                  </a:lnTo>
                  <a:lnTo>
                    <a:pt x="5148262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6" y="97904"/>
                  </a:lnTo>
                  <a:lnTo>
                    <a:pt x="29058" y="59679"/>
                  </a:lnTo>
                  <a:lnTo>
                    <a:pt x="59682" y="29055"/>
                  </a:lnTo>
                  <a:lnTo>
                    <a:pt x="97907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4" y="24880"/>
                  </a:lnTo>
                  <a:lnTo>
                    <a:pt x="5262387" y="53973"/>
                  </a:lnTo>
                  <a:lnTo>
                    <a:pt x="5284660" y="91136"/>
                  </a:lnTo>
                  <a:lnTo>
                    <a:pt x="5295190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3" y="2886064"/>
                  </a:lnTo>
                  <a:lnTo>
                    <a:pt x="5271017" y="2925230"/>
                  </a:lnTo>
                  <a:lnTo>
                    <a:pt x="5241922" y="2957333"/>
                  </a:lnTo>
                  <a:lnTo>
                    <a:pt x="5204759" y="2979603"/>
                  </a:lnTo>
                  <a:lnTo>
                    <a:pt x="5162733" y="2990137"/>
                  </a:lnTo>
                  <a:lnTo>
                    <a:pt x="5148262" y="2990849"/>
                  </a:lnTo>
                  <a:lnTo>
                    <a:pt x="147637" y="2990849"/>
                  </a:lnTo>
                  <a:lnTo>
                    <a:pt x="104780" y="2984492"/>
                  </a:lnTo>
                  <a:lnTo>
                    <a:pt x="65614" y="2965962"/>
                  </a:lnTo>
                  <a:lnTo>
                    <a:pt x="33510" y="2936869"/>
                  </a:lnTo>
                  <a:lnTo>
                    <a:pt x="11238" y="2899706"/>
                  </a:lnTo>
                  <a:lnTo>
                    <a:pt x="709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137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3"/>
                  </a:moveTo>
                  <a:lnTo>
                    <a:pt x="216506" y="447673"/>
                  </a:lnTo>
                  <a:lnTo>
                    <a:pt x="209192" y="447314"/>
                  </a:lnTo>
                  <a:lnTo>
                    <a:pt x="165875" y="440161"/>
                  </a:lnTo>
                  <a:lnTo>
                    <a:pt x="124785" y="424697"/>
                  </a:lnTo>
                  <a:lnTo>
                    <a:pt x="87503" y="401513"/>
                  </a:lnTo>
                  <a:lnTo>
                    <a:pt x="55459" y="371503"/>
                  </a:lnTo>
                  <a:lnTo>
                    <a:pt x="29885" y="335814"/>
                  </a:lnTo>
                  <a:lnTo>
                    <a:pt x="11765" y="295826"/>
                  </a:lnTo>
                  <a:lnTo>
                    <a:pt x="1796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30" y="172975"/>
                  </a:lnTo>
                  <a:lnTo>
                    <a:pt x="19842" y="131399"/>
                  </a:lnTo>
                  <a:lnTo>
                    <a:pt x="41795" y="93378"/>
                  </a:lnTo>
                  <a:lnTo>
                    <a:pt x="70743" y="60371"/>
                  </a:lnTo>
                  <a:lnTo>
                    <a:pt x="105575" y="33645"/>
                  </a:lnTo>
                  <a:lnTo>
                    <a:pt x="144951" y="14232"/>
                  </a:lnTo>
                  <a:lnTo>
                    <a:pt x="187358" y="2869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3"/>
                  </a:lnTo>
                  <a:lnTo>
                    <a:pt x="316268" y="19841"/>
                  </a:lnTo>
                  <a:lnTo>
                    <a:pt x="354289" y="41792"/>
                  </a:lnTo>
                  <a:lnTo>
                    <a:pt x="387297" y="70738"/>
                  </a:lnTo>
                  <a:lnTo>
                    <a:pt x="414023" y="105570"/>
                  </a:lnTo>
                  <a:lnTo>
                    <a:pt x="433440" y="144947"/>
                  </a:lnTo>
                  <a:lnTo>
                    <a:pt x="444803" y="187356"/>
                  </a:lnTo>
                  <a:lnTo>
                    <a:pt x="447674" y="216506"/>
                  </a:lnTo>
                  <a:lnTo>
                    <a:pt x="447674" y="223835"/>
                  </a:lnTo>
                  <a:lnTo>
                    <a:pt x="447674" y="231167"/>
                  </a:lnTo>
                  <a:lnTo>
                    <a:pt x="441943" y="274695"/>
                  </a:lnTo>
                  <a:lnTo>
                    <a:pt x="427830" y="316267"/>
                  </a:lnTo>
                  <a:lnTo>
                    <a:pt x="405878" y="354286"/>
                  </a:lnTo>
                  <a:lnTo>
                    <a:pt x="376930" y="387295"/>
                  </a:lnTo>
                  <a:lnTo>
                    <a:pt x="342098" y="414019"/>
                  </a:lnTo>
                  <a:lnTo>
                    <a:pt x="302722" y="433436"/>
                  </a:lnTo>
                  <a:lnTo>
                    <a:pt x="260315" y="444803"/>
                  </a:lnTo>
                  <a:lnTo>
                    <a:pt x="238481" y="447314"/>
                  </a:lnTo>
                  <a:lnTo>
                    <a:pt x="231168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899" y="6105523"/>
              <a:ext cx="438149" cy="438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86137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69"/>
                  </a:lnTo>
                  <a:lnTo>
                    <a:pt x="447315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3" y="260316"/>
                  </a:lnTo>
                  <a:lnTo>
                    <a:pt x="443373" y="267504"/>
                  </a:lnTo>
                  <a:lnTo>
                    <a:pt x="441943" y="274697"/>
                  </a:lnTo>
                  <a:lnTo>
                    <a:pt x="430635" y="309494"/>
                  </a:lnTo>
                  <a:lnTo>
                    <a:pt x="427830" y="316269"/>
                  </a:lnTo>
                  <a:lnTo>
                    <a:pt x="409951" y="348193"/>
                  </a:lnTo>
                  <a:lnTo>
                    <a:pt x="405878" y="354288"/>
                  </a:lnTo>
                  <a:lnTo>
                    <a:pt x="401516" y="360170"/>
                  </a:lnTo>
                  <a:lnTo>
                    <a:pt x="396866" y="365838"/>
                  </a:lnTo>
                  <a:lnTo>
                    <a:pt x="392215" y="371505"/>
                  </a:lnTo>
                  <a:lnTo>
                    <a:pt x="387298" y="376930"/>
                  </a:lnTo>
                  <a:lnTo>
                    <a:pt x="382114" y="382113"/>
                  </a:lnTo>
                  <a:lnTo>
                    <a:pt x="376930" y="387296"/>
                  </a:lnTo>
                  <a:lnTo>
                    <a:pt x="371505" y="392215"/>
                  </a:lnTo>
                  <a:lnTo>
                    <a:pt x="365838" y="396863"/>
                  </a:lnTo>
                  <a:lnTo>
                    <a:pt x="360171" y="401514"/>
                  </a:lnTo>
                  <a:lnTo>
                    <a:pt x="354289" y="405877"/>
                  </a:lnTo>
                  <a:lnTo>
                    <a:pt x="348194" y="409949"/>
                  </a:lnTo>
                  <a:lnTo>
                    <a:pt x="342099" y="414021"/>
                  </a:lnTo>
                  <a:lnTo>
                    <a:pt x="309495" y="430631"/>
                  </a:lnTo>
                  <a:lnTo>
                    <a:pt x="302723" y="433438"/>
                  </a:lnTo>
                  <a:lnTo>
                    <a:pt x="267505" y="443372"/>
                  </a:lnTo>
                  <a:lnTo>
                    <a:pt x="260315" y="444805"/>
                  </a:lnTo>
                  <a:lnTo>
                    <a:pt x="253072" y="445882"/>
                  </a:lnTo>
                  <a:lnTo>
                    <a:pt x="245777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6" y="447674"/>
                  </a:lnTo>
                  <a:lnTo>
                    <a:pt x="180168" y="443372"/>
                  </a:lnTo>
                  <a:lnTo>
                    <a:pt x="172978" y="441942"/>
                  </a:lnTo>
                  <a:lnTo>
                    <a:pt x="165876" y="440163"/>
                  </a:lnTo>
                  <a:lnTo>
                    <a:pt x="158860" y="438035"/>
                  </a:lnTo>
                  <a:lnTo>
                    <a:pt x="151845" y="435907"/>
                  </a:lnTo>
                  <a:lnTo>
                    <a:pt x="144951" y="433440"/>
                  </a:lnTo>
                  <a:lnTo>
                    <a:pt x="138178" y="430633"/>
                  </a:lnTo>
                  <a:lnTo>
                    <a:pt x="131405" y="427829"/>
                  </a:lnTo>
                  <a:lnTo>
                    <a:pt x="124786" y="424699"/>
                  </a:lnTo>
                  <a:lnTo>
                    <a:pt x="118320" y="421242"/>
                  </a:lnTo>
                  <a:lnTo>
                    <a:pt x="111855" y="417786"/>
                  </a:lnTo>
                  <a:lnTo>
                    <a:pt x="76169" y="392215"/>
                  </a:lnTo>
                  <a:lnTo>
                    <a:pt x="65560" y="382113"/>
                  </a:lnTo>
                  <a:lnTo>
                    <a:pt x="60376" y="376930"/>
                  </a:lnTo>
                  <a:lnTo>
                    <a:pt x="55459" y="371505"/>
                  </a:lnTo>
                  <a:lnTo>
                    <a:pt x="50808" y="365838"/>
                  </a:lnTo>
                  <a:lnTo>
                    <a:pt x="46157" y="360170"/>
                  </a:lnTo>
                  <a:lnTo>
                    <a:pt x="22973" y="322886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11765" y="295828"/>
                  </a:lnTo>
                  <a:lnTo>
                    <a:pt x="9637" y="288812"/>
                  </a:lnTo>
                  <a:lnTo>
                    <a:pt x="7509" y="281797"/>
                  </a:lnTo>
                  <a:lnTo>
                    <a:pt x="5730" y="274695"/>
                  </a:lnTo>
                  <a:lnTo>
                    <a:pt x="4300" y="267501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7"/>
                  </a:lnTo>
                  <a:lnTo>
                    <a:pt x="17037" y="138175"/>
                  </a:lnTo>
                  <a:lnTo>
                    <a:pt x="19843" y="131401"/>
                  </a:lnTo>
                  <a:lnTo>
                    <a:pt x="41795" y="93380"/>
                  </a:lnTo>
                  <a:lnTo>
                    <a:pt x="50808" y="81832"/>
                  </a:lnTo>
                  <a:lnTo>
                    <a:pt x="55459" y="76164"/>
                  </a:lnTo>
                  <a:lnTo>
                    <a:pt x="87503" y="46157"/>
                  </a:lnTo>
                  <a:lnTo>
                    <a:pt x="124786" y="22973"/>
                  </a:lnTo>
                  <a:lnTo>
                    <a:pt x="165876" y="7513"/>
                  </a:lnTo>
                  <a:lnTo>
                    <a:pt x="201897" y="1079"/>
                  </a:lnTo>
                  <a:lnTo>
                    <a:pt x="209193" y="360"/>
                  </a:lnTo>
                  <a:lnTo>
                    <a:pt x="216506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1" y="360"/>
                  </a:lnTo>
                  <a:lnTo>
                    <a:pt x="245777" y="1079"/>
                  </a:lnTo>
                  <a:lnTo>
                    <a:pt x="253073" y="1797"/>
                  </a:lnTo>
                  <a:lnTo>
                    <a:pt x="295829" y="11769"/>
                  </a:lnTo>
                  <a:lnTo>
                    <a:pt x="329353" y="26430"/>
                  </a:lnTo>
                  <a:lnTo>
                    <a:pt x="335818" y="29884"/>
                  </a:lnTo>
                  <a:lnTo>
                    <a:pt x="371505" y="55457"/>
                  </a:lnTo>
                  <a:lnTo>
                    <a:pt x="382114" y="65556"/>
                  </a:lnTo>
                  <a:lnTo>
                    <a:pt x="387298" y="70740"/>
                  </a:lnTo>
                  <a:lnTo>
                    <a:pt x="392215" y="76164"/>
                  </a:lnTo>
                  <a:lnTo>
                    <a:pt x="396866" y="81832"/>
                  </a:lnTo>
                  <a:lnTo>
                    <a:pt x="401516" y="87499"/>
                  </a:lnTo>
                  <a:lnTo>
                    <a:pt x="424699" y="124783"/>
                  </a:lnTo>
                  <a:lnTo>
                    <a:pt x="430635" y="138175"/>
                  </a:lnTo>
                  <a:lnTo>
                    <a:pt x="433441" y="144949"/>
                  </a:lnTo>
                  <a:lnTo>
                    <a:pt x="444803" y="187358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37172" y="7007225"/>
            <a:ext cx="2139315" cy="52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01</a:t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Mismatch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7588" y="7896859"/>
            <a:ext cx="451866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715" marR="5080" indent="-882650">
              <a:lnSpc>
                <a:spcPct val="113599"/>
              </a:lnSpc>
              <a:spcBef>
                <a:spcPts val="10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Indexação usa fine-tunado; consulta usa MPNet vanilla.</a:t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6524" y="5800723"/>
            <a:ext cx="5314950" cy="3000375"/>
            <a:chOff x="6486524" y="5800723"/>
            <a:chExt cx="5314950" cy="3000375"/>
          </a:xfrm>
        </p:grpSpPr>
        <p:sp>
          <p:nvSpPr>
            <p:cNvPr id="13" name="object 13"/>
            <p:cNvSpPr/>
            <p:nvPr/>
          </p:nvSpPr>
          <p:spPr>
            <a:xfrm>
              <a:off x="6491287" y="5805485"/>
              <a:ext cx="5305425" cy="2990850"/>
            </a:xfrm>
            <a:custGeom>
              <a:avLst/>
              <a:gdLst/>
              <a:ahLst/>
              <a:cxnLst/>
              <a:rect l="l" t="t" r="r" b="b"/>
              <a:pathLst>
                <a:path w="5305425" h="2990850">
                  <a:moveTo>
                    <a:pt x="5157787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7" y="2982221"/>
                  </a:lnTo>
                  <a:lnTo>
                    <a:pt x="59681" y="2961785"/>
                  </a:lnTo>
                  <a:lnTo>
                    <a:pt x="29058" y="2931162"/>
                  </a:lnTo>
                  <a:lnTo>
                    <a:pt x="8625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5" y="104776"/>
                  </a:lnTo>
                  <a:lnTo>
                    <a:pt x="24881" y="65612"/>
                  </a:lnTo>
                  <a:lnTo>
                    <a:pt x="53975" y="33507"/>
                  </a:lnTo>
                  <a:lnTo>
                    <a:pt x="91138" y="11233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54"/>
                  </a:lnTo>
                  <a:lnTo>
                    <a:pt x="5239808" y="24880"/>
                  </a:lnTo>
                  <a:lnTo>
                    <a:pt x="5271912" y="53973"/>
                  </a:lnTo>
                  <a:lnTo>
                    <a:pt x="5294184" y="91136"/>
                  </a:lnTo>
                  <a:lnTo>
                    <a:pt x="5304714" y="133165"/>
                  </a:lnTo>
                  <a:lnTo>
                    <a:pt x="5305424" y="147637"/>
                  </a:lnTo>
                  <a:lnTo>
                    <a:pt x="5305424" y="2843212"/>
                  </a:lnTo>
                  <a:lnTo>
                    <a:pt x="5299067" y="2886064"/>
                  </a:lnTo>
                  <a:lnTo>
                    <a:pt x="5280541" y="2925230"/>
                  </a:lnTo>
                  <a:lnTo>
                    <a:pt x="5251448" y="2957333"/>
                  </a:lnTo>
                  <a:lnTo>
                    <a:pt x="5214283" y="2979603"/>
                  </a:lnTo>
                  <a:lnTo>
                    <a:pt x="5172257" y="2990137"/>
                  </a:lnTo>
                  <a:lnTo>
                    <a:pt x="5157787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91287" y="5805485"/>
              <a:ext cx="5305425" cy="2990850"/>
            </a:xfrm>
            <a:custGeom>
              <a:avLst/>
              <a:gdLst/>
              <a:ahLst/>
              <a:cxnLst/>
              <a:rect l="l" t="t" r="r" b="b"/>
              <a:pathLst>
                <a:path w="5305425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5" y="97904"/>
                  </a:lnTo>
                  <a:lnTo>
                    <a:pt x="29058" y="59679"/>
                  </a:lnTo>
                  <a:lnTo>
                    <a:pt x="59681" y="29055"/>
                  </a:lnTo>
                  <a:lnTo>
                    <a:pt x="97907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54"/>
                  </a:lnTo>
                  <a:lnTo>
                    <a:pt x="5239808" y="24880"/>
                  </a:lnTo>
                  <a:lnTo>
                    <a:pt x="5271912" y="53973"/>
                  </a:lnTo>
                  <a:lnTo>
                    <a:pt x="5294184" y="91136"/>
                  </a:lnTo>
                  <a:lnTo>
                    <a:pt x="5304714" y="133165"/>
                  </a:lnTo>
                  <a:lnTo>
                    <a:pt x="5305424" y="147637"/>
                  </a:lnTo>
                  <a:lnTo>
                    <a:pt x="5305424" y="2843212"/>
                  </a:lnTo>
                  <a:lnTo>
                    <a:pt x="5299067" y="2886064"/>
                  </a:lnTo>
                  <a:lnTo>
                    <a:pt x="5280541" y="2925230"/>
                  </a:lnTo>
                  <a:lnTo>
                    <a:pt x="5251448" y="2957333"/>
                  </a:lnTo>
                  <a:lnTo>
                    <a:pt x="5214283" y="2979603"/>
                  </a:lnTo>
                  <a:lnTo>
                    <a:pt x="5172257" y="2990137"/>
                  </a:lnTo>
                  <a:lnTo>
                    <a:pt x="5157787" y="2990849"/>
                  </a:lnTo>
                  <a:lnTo>
                    <a:pt x="147637" y="2990849"/>
                  </a:lnTo>
                  <a:lnTo>
                    <a:pt x="104779" y="2984492"/>
                  </a:lnTo>
                  <a:lnTo>
                    <a:pt x="65614" y="2965962"/>
                  </a:lnTo>
                  <a:lnTo>
                    <a:pt x="33510" y="2936869"/>
                  </a:lnTo>
                  <a:lnTo>
                    <a:pt x="11237" y="2899706"/>
                  </a:lnTo>
                  <a:lnTo>
                    <a:pt x="709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20162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3"/>
                  </a:moveTo>
                  <a:lnTo>
                    <a:pt x="216506" y="447673"/>
                  </a:lnTo>
                  <a:lnTo>
                    <a:pt x="209193" y="447314"/>
                  </a:lnTo>
                  <a:lnTo>
                    <a:pt x="165875" y="440161"/>
                  </a:lnTo>
                  <a:lnTo>
                    <a:pt x="124786" y="424697"/>
                  </a:lnTo>
                  <a:lnTo>
                    <a:pt x="87503" y="401513"/>
                  </a:lnTo>
                  <a:lnTo>
                    <a:pt x="55458" y="371503"/>
                  </a:lnTo>
                  <a:lnTo>
                    <a:pt x="29886" y="335814"/>
                  </a:lnTo>
                  <a:lnTo>
                    <a:pt x="11765" y="295826"/>
                  </a:lnTo>
                  <a:lnTo>
                    <a:pt x="1795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30" y="172975"/>
                  </a:lnTo>
                  <a:lnTo>
                    <a:pt x="19842" y="131399"/>
                  </a:lnTo>
                  <a:lnTo>
                    <a:pt x="41795" y="93378"/>
                  </a:lnTo>
                  <a:lnTo>
                    <a:pt x="70743" y="60371"/>
                  </a:lnTo>
                  <a:lnTo>
                    <a:pt x="105574" y="33645"/>
                  </a:lnTo>
                  <a:lnTo>
                    <a:pt x="144950" y="14232"/>
                  </a:lnTo>
                  <a:lnTo>
                    <a:pt x="187358" y="2869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33"/>
                  </a:lnTo>
                  <a:lnTo>
                    <a:pt x="316267" y="19841"/>
                  </a:lnTo>
                  <a:lnTo>
                    <a:pt x="354288" y="41792"/>
                  </a:lnTo>
                  <a:lnTo>
                    <a:pt x="387296" y="70738"/>
                  </a:lnTo>
                  <a:lnTo>
                    <a:pt x="414022" y="105570"/>
                  </a:lnTo>
                  <a:lnTo>
                    <a:pt x="433439" y="144947"/>
                  </a:lnTo>
                  <a:lnTo>
                    <a:pt x="444803" y="187356"/>
                  </a:lnTo>
                  <a:lnTo>
                    <a:pt x="447674" y="216506"/>
                  </a:lnTo>
                  <a:lnTo>
                    <a:pt x="447674" y="223835"/>
                  </a:lnTo>
                  <a:lnTo>
                    <a:pt x="447674" y="231167"/>
                  </a:lnTo>
                  <a:lnTo>
                    <a:pt x="441942" y="274695"/>
                  </a:lnTo>
                  <a:lnTo>
                    <a:pt x="427829" y="316267"/>
                  </a:lnTo>
                  <a:lnTo>
                    <a:pt x="405876" y="354286"/>
                  </a:lnTo>
                  <a:lnTo>
                    <a:pt x="376928" y="387295"/>
                  </a:lnTo>
                  <a:lnTo>
                    <a:pt x="342097" y="414019"/>
                  </a:lnTo>
                  <a:lnTo>
                    <a:pt x="302722" y="433436"/>
                  </a:lnTo>
                  <a:lnTo>
                    <a:pt x="260314" y="444803"/>
                  </a:lnTo>
                  <a:lnTo>
                    <a:pt x="238481" y="447314"/>
                  </a:lnTo>
                  <a:lnTo>
                    <a:pt x="231167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4924" y="6105523"/>
              <a:ext cx="438149" cy="4381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20161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5" y="231169"/>
                  </a:lnTo>
                  <a:lnTo>
                    <a:pt x="447316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3" y="260316"/>
                  </a:lnTo>
                  <a:lnTo>
                    <a:pt x="443372" y="267504"/>
                  </a:lnTo>
                  <a:lnTo>
                    <a:pt x="441942" y="274697"/>
                  </a:lnTo>
                  <a:lnTo>
                    <a:pt x="440163" y="281799"/>
                  </a:lnTo>
                  <a:lnTo>
                    <a:pt x="438035" y="288815"/>
                  </a:lnTo>
                  <a:lnTo>
                    <a:pt x="435907" y="295830"/>
                  </a:lnTo>
                  <a:lnTo>
                    <a:pt x="433440" y="302723"/>
                  </a:lnTo>
                  <a:lnTo>
                    <a:pt x="430635" y="309494"/>
                  </a:lnTo>
                  <a:lnTo>
                    <a:pt x="427829" y="316269"/>
                  </a:lnTo>
                  <a:lnTo>
                    <a:pt x="424699" y="322886"/>
                  </a:lnTo>
                  <a:lnTo>
                    <a:pt x="421242" y="329351"/>
                  </a:lnTo>
                  <a:lnTo>
                    <a:pt x="417787" y="335816"/>
                  </a:lnTo>
                  <a:lnTo>
                    <a:pt x="414022" y="342097"/>
                  </a:lnTo>
                  <a:lnTo>
                    <a:pt x="409949" y="348193"/>
                  </a:lnTo>
                  <a:lnTo>
                    <a:pt x="405877" y="354288"/>
                  </a:lnTo>
                  <a:lnTo>
                    <a:pt x="401515" y="360170"/>
                  </a:lnTo>
                  <a:lnTo>
                    <a:pt x="396865" y="365838"/>
                  </a:lnTo>
                  <a:lnTo>
                    <a:pt x="392214" y="371505"/>
                  </a:lnTo>
                  <a:lnTo>
                    <a:pt x="387297" y="376930"/>
                  </a:lnTo>
                  <a:lnTo>
                    <a:pt x="382113" y="382113"/>
                  </a:lnTo>
                  <a:lnTo>
                    <a:pt x="376929" y="387296"/>
                  </a:lnTo>
                  <a:lnTo>
                    <a:pt x="371504" y="392215"/>
                  </a:lnTo>
                  <a:lnTo>
                    <a:pt x="365836" y="396863"/>
                  </a:lnTo>
                  <a:lnTo>
                    <a:pt x="360170" y="401514"/>
                  </a:lnTo>
                  <a:lnTo>
                    <a:pt x="354288" y="405877"/>
                  </a:lnTo>
                  <a:lnTo>
                    <a:pt x="348192" y="409949"/>
                  </a:lnTo>
                  <a:lnTo>
                    <a:pt x="342098" y="414021"/>
                  </a:lnTo>
                  <a:lnTo>
                    <a:pt x="309495" y="430631"/>
                  </a:lnTo>
                  <a:lnTo>
                    <a:pt x="302722" y="433438"/>
                  </a:lnTo>
                  <a:lnTo>
                    <a:pt x="267505" y="443372"/>
                  </a:lnTo>
                  <a:lnTo>
                    <a:pt x="260315" y="444805"/>
                  </a:lnTo>
                  <a:lnTo>
                    <a:pt x="253073" y="445882"/>
                  </a:lnTo>
                  <a:lnTo>
                    <a:pt x="245778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8" y="441942"/>
                  </a:lnTo>
                  <a:lnTo>
                    <a:pt x="165876" y="440163"/>
                  </a:lnTo>
                  <a:lnTo>
                    <a:pt x="158861" y="438035"/>
                  </a:lnTo>
                  <a:lnTo>
                    <a:pt x="151846" y="435907"/>
                  </a:lnTo>
                  <a:lnTo>
                    <a:pt x="144952" y="433440"/>
                  </a:lnTo>
                  <a:lnTo>
                    <a:pt x="138178" y="430633"/>
                  </a:lnTo>
                  <a:lnTo>
                    <a:pt x="131405" y="427829"/>
                  </a:lnTo>
                  <a:lnTo>
                    <a:pt x="124787" y="424699"/>
                  </a:lnTo>
                  <a:lnTo>
                    <a:pt x="118321" y="421242"/>
                  </a:lnTo>
                  <a:lnTo>
                    <a:pt x="111856" y="417786"/>
                  </a:lnTo>
                  <a:lnTo>
                    <a:pt x="76170" y="392215"/>
                  </a:lnTo>
                  <a:lnTo>
                    <a:pt x="65560" y="382113"/>
                  </a:lnTo>
                  <a:lnTo>
                    <a:pt x="60376" y="376930"/>
                  </a:lnTo>
                  <a:lnTo>
                    <a:pt x="55459" y="371505"/>
                  </a:lnTo>
                  <a:lnTo>
                    <a:pt x="50808" y="365838"/>
                  </a:lnTo>
                  <a:lnTo>
                    <a:pt x="46157" y="360170"/>
                  </a:lnTo>
                  <a:lnTo>
                    <a:pt x="41795" y="354288"/>
                  </a:lnTo>
                  <a:lnTo>
                    <a:pt x="37723" y="348193"/>
                  </a:lnTo>
                  <a:lnTo>
                    <a:pt x="33650" y="342097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4299" y="267501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7"/>
                  </a:lnTo>
                  <a:lnTo>
                    <a:pt x="9638" y="158859"/>
                  </a:lnTo>
                  <a:lnTo>
                    <a:pt x="11766" y="151844"/>
                  </a:lnTo>
                  <a:lnTo>
                    <a:pt x="29885" y="111853"/>
                  </a:lnTo>
                  <a:lnTo>
                    <a:pt x="50808" y="81832"/>
                  </a:lnTo>
                  <a:lnTo>
                    <a:pt x="55459" y="76164"/>
                  </a:lnTo>
                  <a:lnTo>
                    <a:pt x="87503" y="46157"/>
                  </a:lnTo>
                  <a:lnTo>
                    <a:pt x="118321" y="26429"/>
                  </a:lnTo>
                  <a:lnTo>
                    <a:pt x="124786" y="22973"/>
                  </a:lnTo>
                  <a:lnTo>
                    <a:pt x="165875" y="7513"/>
                  </a:lnTo>
                  <a:lnTo>
                    <a:pt x="201898" y="1079"/>
                  </a:lnTo>
                  <a:lnTo>
                    <a:pt x="209193" y="360"/>
                  </a:lnTo>
                  <a:lnTo>
                    <a:pt x="216507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1" y="360"/>
                  </a:lnTo>
                  <a:lnTo>
                    <a:pt x="245777" y="1079"/>
                  </a:lnTo>
                  <a:lnTo>
                    <a:pt x="253072" y="1797"/>
                  </a:lnTo>
                  <a:lnTo>
                    <a:pt x="295828" y="11769"/>
                  </a:lnTo>
                  <a:lnTo>
                    <a:pt x="329352" y="26430"/>
                  </a:lnTo>
                  <a:lnTo>
                    <a:pt x="335817" y="29884"/>
                  </a:lnTo>
                  <a:lnTo>
                    <a:pt x="371504" y="55457"/>
                  </a:lnTo>
                  <a:lnTo>
                    <a:pt x="396864" y="81832"/>
                  </a:lnTo>
                  <a:lnTo>
                    <a:pt x="401515" y="87499"/>
                  </a:lnTo>
                  <a:lnTo>
                    <a:pt x="421242" y="118318"/>
                  </a:lnTo>
                  <a:lnTo>
                    <a:pt x="424698" y="124783"/>
                  </a:lnTo>
                  <a:lnTo>
                    <a:pt x="427829" y="131401"/>
                  </a:lnTo>
                  <a:lnTo>
                    <a:pt x="430634" y="138175"/>
                  </a:lnTo>
                  <a:lnTo>
                    <a:pt x="433440" y="144949"/>
                  </a:lnTo>
                  <a:lnTo>
                    <a:pt x="444803" y="187358"/>
                  </a:lnTo>
                  <a:lnTo>
                    <a:pt x="446597" y="201899"/>
                  </a:lnTo>
                  <a:lnTo>
                    <a:pt x="447316" y="209193"/>
                  </a:lnTo>
                  <a:lnTo>
                    <a:pt x="447675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66743" y="6854825"/>
            <a:ext cx="4354830" cy="163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02</a:t>
            </a:r>
            <a:endParaRPr sz="950">
              <a:latin typeface="Consolas"/>
              <a:cs typeface="Consolas"/>
            </a:endParaRPr>
          </a:p>
          <a:p>
            <a:pPr marL="1047750" marR="1040130" indent="-635" algn="ctr">
              <a:lnSpc>
                <a:spcPts val="2400"/>
              </a:lnSpc>
              <a:spcBef>
                <a:spcPts val="36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Corpus pequeno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3599"/>
              </a:lnSpc>
              <a:spcBef>
                <a:spcPts val="187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78 laudos e 7.943 captions de metalografia. Chunk médio: 400 tokens.</a:t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030074" y="5800723"/>
            <a:ext cx="5305425" cy="3000375"/>
            <a:chOff x="12030074" y="5800723"/>
            <a:chExt cx="5305425" cy="3000375"/>
          </a:xfrm>
        </p:grpSpPr>
        <p:sp>
          <p:nvSpPr>
            <p:cNvPr id="20" name="object 20"/>
            <p:cNvSpPr/>
            <p:nvPr/>
          </p:nvSpPr>
          <p:spPr>
            <a:xfrm>
              <a:off x="12034836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5148262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6" y="2982221"/>
                  </a:lnTo>
                  <a:lnTo>
                    <a:pt x="59680" y="2961785"/>
                  </a:lnTo>
                  <a:lnTo>
                    <a:pt x="29056" y="2931162"/>
                  </a:lnTo>
                  <a:lnTo>
                    <a:pt x="8625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4" y="104776"/>
                  </a:lnTo>
                  <a:lnTo>
                    <a:pt x="24878" y="65612"/>
                  </a:lnTo>
                  <a:lnTo>
                    <a:pt x="53974" y="33507"/>
                  </a:lnTo>
                  <a:lnTo>
                    <a:pt x="91137" y="11233"/>
                  </a:lnTo>
                  <a:lnTo>
                    <a:pt x="133165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3" y="24880"/>
                  </a:lnTo>
                  <a:lnTo>
                    <a:pt x="5262387" y="53973"/>
                  </a:lnTo>
                  <a:lnTo>
                    <a:pt x="5284659" y="91136"/>
                  </a:lnTo>
                  <a:lnTo>
                    <a:pt x="5295189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2" y="2886064"/>
                  </a:lnTo>
                  <a:lnTo>
                    <a:pt x="5271016" y="2925230"/>
                  </a:lnTo>
                  <a:lnTo>
                    <a:pt x="5241921" y="2957333"/>
                  </a:lnTo>
                  <a:lnTo>
                    <a:pt x="5204758" y="2979603"/>
                  </a:lnTo>
                  <a:lnTo>
                    <a:pt x="5162732" y="2990137"/>
                  </a:lnTo>
                  <a:lnTo>
                    <a:pt x="5148262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34836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5" y="97904"/>
                  </a:lnTo>
                  <a:lnTo>
                    <a:pt x="29056" y="59679"/>
                  </a:lnTo>
                  <a:lnTo>
                    <a:pt x="59680" y="29055"/>
                  </a:lnTo>
                  <a:lnTo>
                    <a:pt x="97906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3" y="24880"/>
                  </a:lnTo>
                  <a:lnTo>
                    <a:pt x="5262387" y="53973"/>
                  </a:lnTo>
                  <a:lnTo>
                    <a:pt x="5284659" y="91136"/>
                  </a:lnTo>
                  <a:lnTo>
                    <a:pt x="5295189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2" y="2886064"/>
                  </a:lnTo>
                  <a:lnTo>
                    <a:pt x="5271016" y="2925230"/>
                  </a:lnTo>
                  <a:lnTo>
                    <a:pt x="5241921" y="2957333"/>
                  </a:lnTo>
                  <a:lnTo>
                    <a:pt x="5204758" y="2979603"/>
                  </a:lnTo>
                  <a:lnTo>
                    <a:pt x="5162732" y="2990137"/>
                  </a:lnTo>
                  <a:lnTo>
                    <a:pt x="5148262" y="2990849"/>
                  </a:lnTo>
                  <a:lnTo>
                    <a:pt x="147637" y="2990849"/>
                  </a:lnTo>
                  <a:lnTo>
                    <a:pt x="104779" y="2984492"/>
                  </a:lnTo>
                  <a:lnTo>
                    <a:pt x="65612" y="2965962"/>
                  </a:lnTo>
                  <a:lnTo>
                    <a:pt x="33509" y="2936869"/>
                  </a:lnTo>
                  <a:lnTo>
                    <a:pt x="11236" y="2899706"/>
                  </a:lnTo>
                  <a:lnTo>
                    <a:pt x="708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454187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3"/>
                  </a:moveTo>
                  <a:lnTo>
                    <a:pt x="216506" y="447673"/>
                  </a:lnTo>
                  <a:lnTo>
                    <a:pt x="209193" y="447314"/>
                  </a:lnTo>
                  <a:lnTo>
                    <a:pt x="165873" y="440161"/>
                  </a:lnTo>
                  <a:lnTo>
                    <a:pt x="124784" y="424697"/>
                  </a:lnTo>
                  <a:lnTo>
                    <a:pt x="87501" y="401513"/>
                  </a:lnTo>
                  <a:lnTo>
                    <a:pt x="55459" y="371503"/>
                  </a:lnTo>
                  <a:lnTo>
                    <a:pt x="29884" y="335814"/>
                  </a:lnTo>
                  <a:lnTo>
                    <a:pt x="11765" y="295826"/>
                  </a:lnTo>
                  <a:lnTo>
                    <a:pt x="1794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29" y="172975"/>
                  </a:lnTo>
                  <a:lnTo>
                    <a:pt x="19841" y="131399"/>
                  </a:lnTo>
                  <a:lnTo>
                    <a:pt x="41793" y="93378"/>
                  </a:lnTo>
                  <a:lnTo>
                    <a:pt x="70743" y="60371"/>
                  </a:lnTo>
                  <a:lnTo>
                    <a:pt x="105573" y="33645"/>
                  </a:lnTo>
                  <a:lnTo>
                    <a:pt x="144948" y="14232"/>
                  </a:lnTo>
                  <a:lnTo>
                    <a:pt x="187357" y="2869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33"/>
                  </a:lnTo>
                  <a:lnTo>
                    <a:pt x="316267" y="19841"/>
                  </a:lnTo>
                  <a:lnTo>
                    <a:pt x="354288" y="41792"/>
                  </a:lnTo>
                  <a:lnTo>
                    <a:pt x="387296" y="70738"/>
                  </a:lnTo>
                  <a:lnTo>
                    <a:pt x="414021" y="105570"/>
                  </a:lnTo>
                  <a:lnTo>
                    <a:pt x="433438" y="144947"/>
                  </a:lnTo>
                  <a:lnTo>
                    <a:pt x="444803" y="187356"/>
                  </a:lnTo>
                  <a:lnTo>
                    <a:pt x="447673" y="216506"/>
                  </a:lnTo>
                  <a:lnTo>
                    <a:pt x="447673" y="223835"/>
                  </a:lnTo>
                  <a:lnTo>
                    <a:pt x="447673" y="231167"/>
                  </a:lnTo>
                  <a:lnTo>
                    <a:pt x="441941" y="274695"/>
                  </a:lnTo>
                  <a:lnTo>
                    <a:pt x="427828" y="316267"/>
                  </a:lnTo>
                  <a:lnTo>
                    <a:pt x="405875" y="354286"/>
                  </a:lnTo>
                  <a:lnTo>
                    <a:pt x="376930" y="387295"/>
                  </a:lnTo>
                  <a:lnTo>
                    <a:pt x="342097" y="414019"/>
                  </a:lnTo>
                  <a:lnTo>
                    <a:pt x="302721" y="433436"/>
                  </a:lnTo>
                  <a:lnTo>
                    <a:pt x="260315" y="444803"/>
                  </a:lnTo>
                  <a:lnTo>
                    <a:pt x="238480" y="447314"/>
                  </a:lnTo>
                  <a:lnTo>
                    <a:pt x="231167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58948" y="6105523"/>
              <a:ext cx="438149" cy="4381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454186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69"/>
                  </a:lnTo>
                  <a:lnTo>
                    <a:pt x="447315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4" y="260316"/>
                  </a:lnTo>
                  <a:lnTo>
                    <a:pt x="443372" y="267504"/>
                  </a:lnTo>
                  <a:lnTo>
                    <a:pt x="441942" y="274697"/>
                  </a:lnTo>
                  <a:lnTo>
                    <a:pt x="430634" y="309494"/>
                  </a:lnTo>
                  <a:lnTo>
                    <a:pt x="427829" y="316269"/>
                  </a:lnTo>
                  <a:lnTo>
                    <a:pt x="424699" y="322886"/>
                  </a:lnTo>
                  <a:lnTo>
                    <a:pt x="421242" y="329351"/>
                  </a:lnTo>
                  <a:lnTo>
                    <a:pt x="417787" y="335816"/>
                  </a:lnTo>
                  <a:lnTo>
                    <a:pt x="392214" y="371505"/>
                  </a:lnTo>
                  <a:lnTo>
                    <a:pt x="382113" y="382113"/>
                  </a:lnTo>
                  <a:lnTo>
                    <a:pt x="376931" y="387296"/>
                  </a:lnTo>
                  <a:lnTo>
                    <a:pt x="371506" y="392215"/>
                  </a:lnTo>
                  <a:lnTo>
                    <a:pt x="365839" y="396863"/>
                  </a:lnTo>
                  <a:lnTo>
                    <a:pt x="360172" y="401514"/>
                  </a:lnTo>
                  <a:lnTo>
                    <a:pt x="354289" y="405877"/>
                  </a:lnTo>
                  <a:lnTo>
                    <a:pt x="348193" y="409949"/>
                  </a:lnTo>
                  <a:lnTo>
                    <a:pt x="342098" y="414021"/>
                  </a:lnTo>
                  <a:lnTo>
                    <a:pt x="309495" y="430631"/>
                  </a:lnTo>
                  <a:lnTo>
                    <a:pt x="302722" y="433438"/>
                  </a:lnTo>
                  <a:lnTo>
                    <a:pt x="267505" y="443372"/>
                  </a:lnTo>
                  <a:lnTo>
                    <a:pt x="260316" y="444805"/>
                  </a:lnTo>
                  <a:lnTo>
                    <a:pt x="253074" y="445882"/>
                  </a:lnTo>
                  <a:lnTo>
                    <a:pt x="245778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7" y="441942"/>
                  </a:lnTo>
                  <a:lnTo>
                    <a:pt x="165874" y="440163"/>
                  </a:lnTo>
                  <a:lnTo>
                    <a:pt x="158860" y="438035"/>
                  </a:lnTo>
                  <a:lnTo>
                    <a:pt x="151844" y="435907"/>
                  </a:lnTo>
                  <a:lnTo>
                    <a:pt x="144949" y="433440"/>
                  </a:lnTo>
                  <a:lnTo>
                    <a:pt x="138176" y="430633"/>
                  </a:lnTo>
                  <a:lnTo>
                    <a:pt x="131403" y="427829"/>
                  </a:lnTo>
                  <a:lnTo>
                    <a:pt x="124785" y="424699"/>
                  </a:lnTo>
                  <a:lnTo>
                    <a:pt x="118320" y="421242"/>
                  </a:lnTo>
                  <a:lnTo>
                    <a:pt x="111855" y="417786"/>
                  </a:lnTo>
                  <a:lnTo>
                    <a:pt x="76169" y="392215"/>
                  </a:lnTo>
                  <a:lnTo>
                    <a:pt x="46157" y="360170"/>
                  </a:lnTo>
                  <a:lnTo>
                    <a:pt x="37722" y="348193"/>
                  </a:lnTo>
                  <a:lnTo>
                    <a:pt x="33649" y="342097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4299" y="267501"/>
                  </a:lnTo>
                  <a:lnTo>
                    <a:pt x="2869" y="260314"/>
                  </a:lnTo>
                  <a:lnTo>
                    <a:pt x="0" y="223837"/>
                  </a:lnTo>
                  <a:lnTo>
                    <a:pt x="1" y="216507"/>
                  </a:lnTo>
                  <a:lnTo>
                    <a:pt x="5731" y="172977"/>
                  </a:lnTo>
                  <a:lnTo>
                    <a:pt x="19842" y="131401"/>
                  </a:lnTo>
                  <a:lnTo>
                    <a:pt x="26430" y="118318"/>
                  </a:lnTo>
                  <a:lnTo>
                    <a:pt x="29885" y="111853"/>
                  </a:lnTo>
                  <a:lnTo>
                    <a:pt x="55460" y="76164"/>
                  </a:lnTo>
                  <a:lnTo>
                    <a:pt x="87502" y="46157"/>
                  </a:lnTo>
                  <a:lnTo>
                    <a:pt x="118320" y="26429"/>
                  </a:lnTo>
                  <a:lnTo>
                    <a:pt x="124785" y="22973"/>
                  </a:lnTo>
                  <a:lnTo>
                    <a:pt x="165874" y="7513"/>
                  </a:lnTo>
                  <a:lnTo>
                    <a:pt x="201898" y="1079"/>
                  </a:lnTo>
                  <a:lnTo>
                    <a:pt x="209194" y="360"/>
                  </a:lnTo>
                  <a:lnTo>
                    <a:pt x="216507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0" y="360"/>
                  </a:lnTo>
                  <a:lnTo>
                    <a:pt x="245776" y="1079"/>
                  </a:lnTo>
                  <a:lnTo>
                    <a:pt x="253072" y="1797"/>
                  </a:lnTo>
                  <a:lnTo>
                    <a:pt x="295828" y="11769"/>
                  </a:lnTo>
                  <a:lnTo>
                    <a:pt x="329353" y="26430"/>
                  </a:lnTo>
                  <a:lnTo>
                    <a:pt x="335818" y="29884"/>
                  </a:lnTo>
                  <a:lnTo>
                    <a:pt x="371506" y="55457"/>
                  </a:lnTo>
                  <a:lnTo>
                    <a:pt x="382113" y="65556"/>
                  </a:lnTo>
                  <a:lnTo>
                    <a:pt x="387297" y="70740"/>
                  </a:lnTo>
                  <a:lnTo>
                    <a:pt x="414022" y="105572"/>
                  </a:lnTo>
                  <a:lnTo>
                    <a:pt x="421242" y="118318"/>
                  </a:lnTo>
                  <a:lnTo>
                    <a:pt x="424699" y="124783"/>
                  </a:lnTo>
                  <a:lnTo>
                    <a:pt x="427829" y="131401"/>
                  </a:lnTo>
                  <a:lnTo>
                    <a:pt x="430634" y="138175"/>
                  </a:lnTo>
                  <a:lnTo>
                    <a:pt x="433439" y="144949"/>
                  </a:lnTo>
                  <a:lnTo>
                    <a:pt x="443372" y="180165"/>
                  </a:lnTo>
                  <a:lnTo>
                    <a:pt x="444804" y="187358"/>
                  </a:lnTo>
                  <a:lnTo>
                    <a:pt x="445878" y="194602"/>
                  </a:lnTo>
                  <a:lnTo>
                    <a:pt x="446598" y="201899"/>
                  </a:lnTo>
                  <a:lnTo>
                    <a:pt x="447315" y="209193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434092" y="6854825"/>
            <a:ext cx="4493895" cy="163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03</a:t>
            </a:r>
            <a:endParaRPr sz="950">
              <a:latin typeface="Consolas"/>
              <a:cs typeface="Consolas"/>
            </a:endParaRPr>
          </a:p>
          <a:p>
            <a:pPr marL="1524635" marR="1517015" algn="ctr">
              <a:lnSpc>
                <a:spcPts val="2400"/>
              </a:lnSpc>
              <a:spcBef>
                <a:spcPts val="365"/>
              </a:spcBef>
            </a:pPr>
            <a:r>
              <a:rPr sz="2250" b="1" dirty="0">
                <a:solidFill>
                  <a:srgbClr val="221712"/>
                </a:solidFill>
                <a:latin typeface="Georgia"/>
                <a:cs typeface="Georgia"/>
              </a:rPr>
              <a:t>Ingestão contínua</a:t>
            </a:r>
            <a:r>
              <a:rPr sz="22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250">
              <a:latin typeface="Georgia"/>
              <a:cs typeface="Georgia"/>
            </a:endParaRPr>
          </a:p>
          <a:p>
            <a:pPr marL="885825" marR="5080" indent="-873760">
              <a:lnSpc>
                <a:spcPct val="113599"/>
              </a:lnSpc>
              <a:spcBef>
                <a:spcPts val="187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Novos laudos precisam de pipeline assíncrono — ainda não desenhado.</a:t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04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3454400"/>
            <a:ext cx="15398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D7806B"/>
                </a:solidFill>
                <a:latin typeface="Consolas"/>
                <a:cs typeface="Consolas"/>
              </a:rPr>
              <a:t>STACK ATUAL</a:t>
            </a:r>
            <a:r>
              <a:rPr sz="1100" b="1" spc="28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8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28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12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3768725"/>
            <a:ext cx="7108825" cy="308864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 marR="1119505">
              <a:lnSpc>
                <a:spcPct val="81600"/>
              </a:lnSpc>
              <a:spcBef>
                <a:spcPts val="1290"/>
              </a:spcBef>
            </a:pP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>Chroma local + fine-tunado interno.</a:t>
            </a:r>
            <a:r>
              <a:rPr sz="54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18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2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2700" marR="5080">
              <a:lnSpc>
                <a:spcPct val="110100"/>
              </a:lnSpc>
              <a:spcBef>
                <a:spcPts val="1515"/>
              </a:spcBef>
            </a:pP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>NestJS via chromadb (JS). Index com fine-tunado (ml_wo); consultas com MPNet vanilla.</a:t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58249" y="2695570"/>
            <a:ext cx="8477250" cy="4953000"/>
            <a:chOff x="8858249" y="2695570"/>
            <a:chExt cx="8477250" cy="4953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8249" y="2695570"/>
              <a:ext cx="8477249" cy="4952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858249" y="2695575"/>
              <a:ext cx="8477250" cy="4940300"/>
            </a:xfrm>
            <a:custGeom>
              <a:avLst/>
              <a:gdLst/>
              <a:ahLst/>
              <a:cxnLst/>
              <a:rect l="l" t="t" r="r" b="b"/>
              <a:pathLst>
                <a:path w="8477250" h="4940300">
                  <a:moveTo>
                    <a:pt x="170526" y="12700"/>
                  </a:moveTo>
                  <a:lnTo>
                    <a:pt x="129357" y="12700"/>
                  </a:lnTo>
                  <a:lnTo>
                    <a:pt x="138965" y="0"/>
                  </a:lnTo>
                  <a:lnTo>
                    <a:pt x="180211" y="0"/>
                  </a:lnTo>
                  <a:lnTo>
                    <a:pt x="170526" y="12700"/>
                  </a:lnTo>
                  <a:close/>
                </a:path>
                <a:path w="8477250" h="4940300">
                  <a:moveTo>
                    <a:pt x="8347888" y="12700"/>
                  </a:moveTo>
                  <a:lnTo>
                    <a:pt x="8306721" y="12700"/>
                  </a:lnTo>
                  <a:lnTo>
                    <a:pt x="8297037" y="0"/>
                  </a:lnTo>
                  <a:lnTo>
                    <a:pt x="8338281" y="0"/>
                  </a:lnTo>
                  <a:lnTo>
                    <a:pt x="8347888" y="12700"/>
                  </a:lnTo>
                  <a:close/>
                </a:path>
                <a:path w="8477250" h="4940300">
                  <a:moveTo>
                    <a:pt x="124016" y="25400"/>
                  </a:moveTo>
                  <a:lnTo>
                    <a:pt x="101829" y="25400"/>
                  </a:lnTo>
                  <a:lnTo>
                    <a:pt x="110767" y="12700"/>
                  </a:lnTo>
                  <a:lnTo>
                    <a:pt x="133003" y="12700"/>
                  </a:lnTo>
                  <a:lnTo>
                    <a:pt x="124016" y="25400"/>
                  </a:lnTo>
                  <a:close/>
                </a:path>
                <a:path w="8477250" h="4940300">
                  <a:moveTo>
                    <a:pt x="8375417" y="25400"/>
                  </a:moveTo>
                  <a:lnTo>
                    <a:pt x="8353230" y="25400"/>
                  </a:lnTo>
                  <a:lnTo>
                    <a:pt x="8344244" y="12700"/>
                  </a:lnTo>
                  <a:lnTo>
                    <a:pt x="8366479" y="12700"/>
                  </a:lnTo>
                  <a:lnTo>
                    <a:pt x="8375417" y="25400"/>
                  </a:lnTo>
                  <a:close/>
                </a:path>
                <a:path w="8477250" h="4940300">
                  <a:moveTo>
                    <a:pt x="98421" y="38100"/>
                  </a:moveTo>
                  <a:lnTo>
                    <a:pt x="84710" y="38100"/>
                  </a:lnTo>
                  <a:lnTo>
                    <a:pt x="93129" y="25400"/>
                  </a:lnTo>
                  <a:lnTo>
                    <a:pt x="106725" y="25400"/>
                  </a:lnTo>
                  <a:lnTo>
                    <a:pt x="98421" y="38100"/>
                  </a:lnTo>
                  <a:close/>
                </a:path>
                <a:path w="8477250" h="4940300">
                  <a:moveTo>
                    <a:pt x="8392537" y="38100"/>
                  </a:moveTo>
                  <a:lnTo>
                    <a:pt x="8378826" y="38100"/>
                  </a:lnTo>
                  <a:lnTo>
                    <a:pt x="8370522" y="25400"/>
                  </a:lnTo>
                  <a:lnTo>
                    <a:pt x="8384117" y="25400"/>
                  </a:lnTo>
                  <a:lnTo>
                    <a:pt x="8392537" y="38100"/>
                  </a:lnTo>
                  <a:close/>
                </a:path>
                <a:path w="8477250" h="4940300">
                  <a:moveTo>
                    <a:pt x="82653" y="50800"/>
                  </a:moveTo>
                  <a:lnTo>
                    <a:pt x="68833" y="50800"/>
                  </a:lnTo>
                  <a:lnTo>
                    <a:pt x="76611" y="38100"/>
                  </a:lnTo>
                  <a:lnTo>
                    <a:pt x="90384" y="38100"/>
                  </a:lnTo>
                  <a:lnTo>
                    <a:pt x="82653" y="50800"/>
                  </a:lnTo>
                  <a:close/>
                </a:path>
                <a:path w="8477250" h="4940300">
                  <a:moveTo>
                    <a:pt x="8408415" y="50800"/>
                  </a:moveTo>
                  <a:lnTo>
                    <a:pt x="8394594" y="50800"/>
                  </a:lnTo>
                  <a:lnTo>
                    <a:pt x="8386863" y="38100"/>
                  </a:lnTo>
                  <a:lnTo>
                    <a:pt x="8400637" y="38100"/>
                  </a:lnTo>
                  <a:lnTo>
                    <a:pt x="8408415" y="50800"/>
                  </a:lnTo>
                  <a:close/>
                </a:path>
                <a:path w="8477250" h="4940300">
                  <a:moveTo>
                    <a:pt x="11686" y="177800"/>
                  </a:moveTo>
                  <a:lnTo>
                    <a:pt x="2264" y="177800"/>
                  </a:lnTo>
                  <a:lnTo>
                    <a:pt x="4026" y="165100"/>
                  </a:lnTo>
                  <a:lnTo>
                    <a:pt x="6281" y="152400"/>
                  </a:lnTo>
                  <a:lnTo>
                    <a:pt x="9020" y="139700"/>
                  </a:lnTo>
                  <a:lnTo>
                    <a:pt x="12243" y="127000"/>
                  </a:lnTo>
                  <a:lnTo>
                    <a:pt x="15950" y="127000"/>
                  </a:lnTo>
                  <a:lnTo>
                    <a:pt x="20122" y="114300"/>
                  </a:lnTo>
                  <a:lnTo>
                    <a:pt x="24740" y="101600"/>
                  </a:lnTo>
                  <a:lnTo>
                    <a:pt x="29805" y="101600"/>
                  </a:lnTo>
                  <a:lnTo>
                    <a:pt x="35315" y="88900"/>
                  </a:lnTo>
                  <a:lnTo>
                    <a:pt x="41244" y="76200"/>
                  </a:lnTo>
                  <a:lnTo>
                    <a:pt x="47563" y="76200"/>
                  </a:lnTo>
                  <a:lnTo>
                    <a:pt x="54274" y="63500"/>
                  </a:lnTo>
                  <a:lnTo>
                    <a:pt x="61376" y="50800"/>
                  </a:lnTo>
                  <a:lnTo>
                    <a:pt x="75229" y="50800"/>
                  </a:lnTo>
                  <a:lnTo>
                    <a:pt x="68110" y="63500"/>
                  </a:lnTo>
                  <a:lnTo>
                    <a:pt x="61332" y="63500"/>
                  </a:lnTo>
                  <a:lnTo>
                    <a:pt x="54926" y="76200"/>
                  </a:lnTo>
                  <a:lnTo>
                    <a:pt x="48894" y="88900"/>
                  </a:lnTo>
                  <a:lnTo>
                    <a:pt x="43235" y="88900"/>
                  </a:lnTo>
                  <a:lnTo>
                    <a:pt x="37975" y="101600"/>
                  </a:lnTo>
                  <a:lnTo>
                    <a:pt x="33141" y="114300"/>
                  </a:lnTo>
                  <a:lnTo>
                    <a:pt x="28733" y="114300"/>
                  </a:lnTo>
                  <a:lnTo>
                    <a:pt x="24750" y="127000"/>
                  </a:lnTo>
                  <a:lnTo>
                    <a:pt x="21212" y="139700"/>
                  </a:lnTo>
                  <a:lnTo>
                    <a:pt x="18135" y="139700"/>
                  </a:lnTo>
                  <a:lnTo>
                    <a:pt x="15520" y="152400"/>
                  </a:lnTo>
                  <a:lnTo>
                    <a:pt x="13368" y="165100"/>
                  </a:lnTo>
                  <a:lnTo>
                    <a:pt x="11686" y="177800"/>
                  </a:lnTo>
                  <a:close/>
                </a:path>
                <a:path w="8477250" h="4940300">
                  <a:moveTo>
                    <a:pt x="8474982" y="177800"/>
                  </a:moveTo>
                  <a:lnTo>
                    <a:pt x="8465562" y="177800"/>
                  </a:lnTo>
                  <a:lnTo>
                    <a:pt x="8463880" y="165100"/>
                  </a:lnTo>
                  <a:lnTo>
                    <a:pt x="8461727" y="152400"/>
                  </a:lnTo>
                  <a:lnTo>
                    <a:pt x="8459113" y="139700"/>
                  </a:lnTo>
                  <a:lnTo>
                    <a:pt x="8456036" y="139700"/>
                  </a:lnTo>
                  <a:lnTo>
                    <a:pt x="8452497" y="127000"/>
                  </a:lnTo>
                  <a:lnTo>
                    <a:pt x="8448515" y="114300"/>
                  </a:lnTo>
                  <a:lnTo>
                    <a:pt x="8444106" y="114300"/>
                  </a:lnTo>
                  <a:lnTo>
                    <a:pt x="8439272" y="101600"/>
                  </a:lnTo>
                  <a:lnTo>
                    <a:pt x="8434013" y="88900"/>
                  </a:lnTo>
                  <a:lnTo>
                    <a:pt x="8428354" y="88900"/>
                  </a:lnTo>
                  <a:lnTo>
                    <a:pt x="8422321" y="76200"/>
                  </a:lnTo>
                  <a:lnTo>
                    <a:pt x="8415916" y="63500"/>
                  </a:lnTo>
                  <a:lnTo>
                    <a:pt x="8409138" y="63500"/>
                  </a:lnTo>
                  <a:lnTo>
                    <a:pt x="8402019" y="50800"/>
                  </a:lnTo>
                  <a:lnTo>
                    <a:pt x="8415873" y="50800"/>
                  </a:lnTo>
                  <a:lnTo>
                    <a:pt x="8422974" y="63500"/>
                  </a:lnTo>
                  <a:lnTo>
                    <a:pt x="8429684" y="76200"/>
                  </a:lnTo>
                  <a:lnTo>
                    <a:pt x="8436003" y="76200"/>
                  </a:lnTo>
                  <a:lnTo>
                    <a:pt x="8441931" y="88900"/>
                  </a:lnTo>
                  <a:lnTo>
                    <a:pt x="8447442" y="101600"/>
                  </a:lnTo>
                  <a:lnTo>
                    <a:pt x="8452506" y="101600"/>
                  </a:lnTo>
                  <a:lnTo>
                    <a:pt x="8457124" y="114300"/>
                  </a:lnTo>
                  <a:lnTo>
                    <a:pt x="8461296" y="127000"/>
                  </a:lnTo>
                  <a:lnTo>
                    <a:pt x="8465004" y="127000"/>
                  </a:lnTo>
                  <a:lnTo>
                    <a:pt x="8468227" y="139700"/>
                  </a:lnTo>
                  <a:lnTo>
                    <a:pt x="8470966" y="152400"/>
                  </a:lnTo>
                  <a:lnTo>
                    <a:pt x="8473220" y="165100"/>
                  </a:lnTo>
                  <a:lnTo>
                    <a:pt x="8474982" y="177800"/>
                  </a:lnTo>
                  <a:close/>
                </a:path>
                <a:path w="8477250" h="4940300">
                  <a:moveTo>
                    <a:pt x="10485" y="4762500"/>
                  </a:moveTo>
                  <a:lnTo>
                    <a:pt x="1006" y="4762500"/>
                  </a:lnTo>
                  <a:lnTo>
                    <a:pt x="251" y="4749800"/>
                  </a:lnTo>
                  <a:lnTo>
                    <a:pt x="0" y="4737100"/>
                  </a:lnTo>
                  <a:lnTo>
                    <a:pt x="0" y="203200"/>
                  </a:lnTo>
                  <a:lnTo>
                    <a:pt x="251" y="190500"/>
                  </a:lnTo>
                  <a:lnTo>
                    <a:pt x="1006" y="177800"/>
                  </a:lnTo>
                  <a:lnTo>
                    <a:pt x="10485" y="177800"/>
                  </a:lnTo>
                  <a:lnTo>
                    <a:pt x="9765" y="190500"/>
                  </a:lnTo>
                  <a:lnTo>
                    <a:pt x="9524" y="203200"/>
                  </a:lnTo>
                  <a:lnTo>
                    <a:pt x="9524" y="4737100"/>
                  </a:lnTo>
                  <a:lnTo>
                    <a:pt x="9765" y="4749800"/>
                  </a:lnTo>
                  <a:lnTo>
                    <a:pt x="10485" y="4762500"/>
                  </a:lnTo>
                  <a:close/>
                </a:path>
                <a:path w="8477250" h="4940300">
                  <a:moveTo>
                    <a:pt x="8476241" y="4762500"/>
                  </a:moveTo>
                  <a:lnTo>
                    <a:pt x="8466763" y="4762500"/>
                  </a:lnTo>
                  <a:lnTo>
                    <a:pt x="8467484" y="4749800"/>
                  </a:lnTo>
                  <a:lnTo>
                    <a:pt x="8467724" y="4737100"/>
                  </a:lnTo>
                  <a:lnTo>
                    <a:pt x="8467724" y="203200"/>
                  </a:lnTo>
                  <a:lnTo>
                    <a:pt x="8467484" y="190500"/>
                  </a:lnTo>
                  <a:lnTo>
                    <a:pt x="8466763" y="177800"/>
                  </a:lnTo>
                  <a:lnTo>
                    <a:pt x="8476241" y="177800"/>
                  </a:lnTo>
                  <a:lnTo>
                    <a:pt x="8476997" y="190500"/>
                  </a:lnTo>
                  <a:lnTo>
                    <a:pt x="8477249" y="203200"/>
                  </a:lnTo>
                  <a:lnTo>
                    <a:pt x="8477249" y="4737100"/>
                  </a:lnTo>
                  <a:lnTo>
                    <a:pt x="8476997" y="4749800"/>
                  </a:lnTo>
                  <a:lnTo>
                    <a:pt x="8476241" y="4762500"/>
                  </a:lnTo>
                  <a:close/>
                </a:path>
                <a:path w="8477250" h="4940300">
                  <a:moveTo>
                    <a:pt x="75229" y="4889500"/>
                  </a:moveTo>
                  <a:lnTo>
                    <a:pt x="61376" y="4889500"/>
                  </a:lnTo>
                  <a:lnTo>
                    <a:pt x="54274" y="4876800"/>
                  </a:lnTo>
                  <a:lnTo>
                    <a:pt x="47563" y="4864100"/>
                  </a:lnTo>
                  <a:lnTo>
                    <a:pt x="41244" y="4864100"/>
                  </a:lnTo>
                  <a:lnTo>
                    <a:pt x="35315" y="4851400"/>
                  </a:lnTo>
                  <a:lnTo>
                    <a:pt x="29805" y="4838700"/>
                  </a:lnTo>
                  <a:lnTo>
                    <a:pt x="24740" y="4838700"/>
                  </a:lnTo>
                  <a:lnTo>
                    <a:pt x="20122" y="4826000"/>
                  </a:lnTo>
                  <a:lnTo>
                    <a:pt x="15950" y="4813300"/>
                  </a:lnTo>
                  <a:lnTo>
                    <a:pt x="12243" y="4813300"/>
                  </a:lnTo>
                  <a:lnTo>
                    <a:pt x="9020" y="4800600"/>
                  </a:lnTo>
                  <a:lnTo>
                    <a:pt x="6280" y="4787900"/>
                  </a:lnTo>
                  <a:lnTo>
                    <a:pt x="4025" y="4775200"/>
                  </a:lnTo>
                  <a:lnTo>
                    <a:pt x="2264" y="4762500"/>
                  </a:lnTo>
                  <a:lnTo>
                    <a:pt x="11686" y="4762500"/>
                  </a:lnTo>
                  <a:lnTo>
                    <a:pt x="13368" y="4775200"/>
                  </a:lnTo>
                  <a:lnTo>
                    <a:pt x="15520" y="4787900"/>
                  </a:lnTo>
                  <a:lnTo>
                    <a:pt x="18135" y="4800600"/>
                  </a:lnTo>
                  <a:lnTo>
                    <a:pt x="21212" y="4800600"/>
                  </a:lnTo>
                  <a:lnTo>
                    <a:pt x="24750" y="4813300"/>
                  </a:lnTo>
                  <a:lnTo>
                    <a:pt x="28733" y="4826000"/>
                  </a:lnTo>
                  <a:lnTo>
                    <a:pt x="33141" y="4826000"/>
                  </a:lnTo>
                  <a:lnTo>
                    <a:pt x="37975" y="4838700"/>
                  </a:lnTo>
                  <a:lnTo>
                    <a:pt x="43235" y="4851400"/>
                  </a:lnTo>
                  <a:lnTo>
                    <a:pt x="48894" y="4851400"/>
                  </a:lnTo>
                  <a:lnTo>
                    <a:pt x="54926" y="4864100"/>
                  </a:lnTo>
                  <a:lnTo>
                    <a:pt x="61332" y="4876800"/>
                  </a:lnTo>
                  <a:lnTo>
                    <a:pt x="68110" y="4876800"/>
                  </a:lnTo>
                  <a:lnTo>
                    <a:pt x="75229" y="4889500"/>
                  </a:lnTo>
                  <a:close/>
                </a:path>
                <a:path w="8477250" h="4940300">
                  <a:moveTo>
                    <a:pt x="8415873" y="4889500"/>
                  </a:moveTo>
                  <a:lnTo>
                    <a:pt x="8402019" y="4889500"/>
                  </a:lnTo>
                  <a:lnTo>
                    <a:pt x="8409138" y="4876800"/>
                  </a:lnTo>
                  <a:lnTo>
                    <a:pt x="8415916" y="4876800"/>
                  </a:lnTo>
                  <a:lnTo>
                    <a:pt x="8422321" y="4864100"/>
                  </a:lnTo>
                  <a:lnTo>
                    <a:pt x="8428354" y="4851400"/>
                  </a:lnTo>
                  <a:lnTo>
                    <a:pt x="8434013" y="4851400"/>
                  </a:lnTo>
                  <a:lnTo>
                    <a:pt x="8439272" y="4838700"/>
                  </a:lnTo>
                  <a:lnTo>
                    <a:pt x="8444106" y="4826000"/>
                  </a:lnTo>
                  <a:lnTo>
                    <a:pt x="8448515" y="4826000"/>
                  </a:lnTo>
                  <a:lnTo>
                    <a:pt x="8452497" y="4813300"/>
                  </a:lnTo>
                  <a:lnTo>
                    <a:pt x="8456036" y="4800600"/>
                  </a:lnTo>
                  <a:lnTo>
                    <a:pt x="8459113" y="4800600"/>
                  </a:lnTo>
                  <a:lnTo>
                    <a:pt x="8461727" y="4787900"/>
                  </a:lnTo>
                  <a:lnTo>
                    <a:pt x="8463880" y="4775200"/>
                  </a:lnTo>
                  <a:lnTo>
                    <a:pt x="8465562" y="4762500"/>
                  </a:lnTo>
                  <a:lnTo>
                    <a:pt x="8474982" y="4762500"/>
                  </a:lnTo>
                  <a:lnTo>
                    <a:pt x="8473220" y="4775200"/>
                  </a:lnTo>
                  <a:lnTo>
                    <a:pt x="8470966" y="4787900"/>
                  </a:lnTo>
                  <a:lnTo>
                    <a:pt x="8468227" y="4800600"/>
                  </a:lnTo>
                  <a:lnTo>
                    <a:pt x="8465004" y="4813300"/>
                  </a:lnTo>
                  <a:lnTo>
                    <a:pt x="8461296" y="4813300"/>
                  </a:lnTo>
                  <a:lnTo>
                    <a:pt x="8457124" y="4826000"/>
                  </a:lnTo>
                  <a:lnTo>
                    <a:pt x="8452506" y="4838700"/>
                  </a:lnTo>
                  <a:lnTo>
                    <a:pt x="8447442" y="4838700"/>
                  </a:lnTo>
                  <a:lnTo>
                    <a:pt x="8441931" y="4851400"/>
                  </a:lnTo>
                  <a:lnTo>
                    <a:pt x="8436003" y="4864100"/>
                  </a:lnTo>
                  <a:lnTo>
                    <a:pt x="8429684" y="4864100"/>
                  </a:lnTo>
                  <a:lnTo>
                    <a:pt x="8422974" y="4876800"/>
                  </a:lnTo>
                  <a:lnTo>
                    <a:pt x="8415873" y="4889500"/>
                  </a:lnTo>
                  <a:close/>
                </a:path>
                <a:path w="8477250" h="4940300">
                  <a:moveTo>
                    <a:pt x="90384" y="4902200"/>
                  </a:moveTo>
                  <a:lnTo>
                    <a:pt x="76611" y="4902200"/>
                  </a:lnTo>
                  <a:lnTo>
                    <a:pt x="68833" y="4889500"/>
                  </a:lnTo>
                  <a:lnTo>
                    <a:pt x="82653" y="4889500"/>
                  </a:lnTo>
                  <a:lnTo>
                    <a:pt x="90384" y="4902200"/>
                  </a:lnTo>
                  <a:close/>
                </a:path>
                <a:path w="8477250" h="4940300">
                  <a:moveTo>
                    <a:pt x="8400637" y="4902200"/>
                  </a:moveTo>
                  <a:lnTo>
                    <a:pt x="8386863" y="4902200"/>
                  </a:lnTo>
                  <a:lnTo>
                    <a:pt x="8394594" y="4889500"/>
                  </a:lnTo>
                  <a:lnTo>
                    <a:pt x="8408415" y="4889500"/>
                  </a:lnTo>
                  <a:lnTo>
                    <a:pt x="8400637" y="4902200"/>
                  </a:lnTo>
                  <a:close/>
                </a:path>
                <a:path w="8477250" h="4940300">
                  <a:moveTo>
                    <a:pt x="106725" y="4914900"/>
                  </a:moveTo>
                  <a:lnTo>
                    <a:pt x="93129" y="4914900"/>
                  </a:lnTo>
                  <a:lnTo>
                    <a:pt x="84710" y="4902200"/>
                  </a:lnTo>
                  <a:lnTo>
                    <a:pt x="98421" y="4902200"/>
                  </a:lnTo>
                  <a:lnTo>
                    <a:pt x="106725" y="4914900"/>
                  </a:lnTo>
                  <a:close/>
                </a:path>
                <a:path w="8477250" h="4940300">
                  <a:moveTo>
                    <a:pt x="8384117" y="4914900"/>
                  </a:moveTo>
                  <a:lnTo>
                    <a:pt x="8370522" y="4914900"/>
                  </a:lnTo>
                  <a:lnTo>
                    <a:pt x="8378826" y="4902200"/>
                  </a:lnTo>
                  <a:lnTo>
                    <a:pt x="8392537" y="4902200"/>
                  </a:lnTo>
                  <a:lnTo>
                    <a:pt x="8384117" y="4914900"/>
                  </a:lnTo>
                  <a:close/>
                </a:path>
                <a:path w="8477250" h="4940300">
                  <a:moveTo>
                    <a:pt x="133003" y="4927600"/>
                  </a:moveTo>
                  <a:lnTo>
                    <a:pt x="110767" y="4927600"/>
                  </a:lnTo>
                  <a:lnTo>
                    <a:pt x="101829" y="4914900"/>
                  </a:lnTo>
                  <a:lnTo>
                    <a:pt x="124016" y="4914900"/>
                  </a:lnTo>
                  <a:lnTo>
                    <a:pt x="133003" y="4927600"/>
                  </a:lnTo>
                  <a:close/>
                </a:path>
                <a:path w="8477250" h="4940300">
                  <a:moveTo>
                    <a:pt x="8366479" y="4927600"/>
                  </a:moveTo>
                  <a:lnTo>
                    <a:pt x="8344244" y="4927600"/>
                  </a:lnTo>
                  <a:lnTo>
                    <a:pt x="8353230" y="4914900"/>
                  </a:lnTo>
                  <a:lnTo>
                    <a:pt x="8375417" y="4914900"/>
                  </a:lnTo>
                  <a:lnTo>
                    <a:pt x="8366479" y="4927600"/>
                  </a:lnTo>
                  <a:close/>
                </a:path>
                <a:path w="8477250" h="4940300">
                  <a:moveTo>
                    <a:pt x="180211" y="4940300"/>
                  </a:moveTo>
                  <a:lnTo>
                    <a:pt x="138965" y="4940300"/>
                  </a:lnTo>
                  <a:lnTo>
                    <a:pt x="129358" y="4927600"/>
                  </a:lnTo>
                  <a:lnTo>
                    <a:pt x="170526" y="4927600"/>
                  </a:lnTo>
                  <a:lnTo>
                    <a:pt x="180211" y="4940300"/>
                  </a:lnTo>
                  <a:close/>
                </a:path>
                <a:path w="8477250" h="4940300">
                  <a:moveTo>
                    <a:pt x="8338281" y="4940300"/>
                  </a:moveTo>
                  <a:lnTo>
                    <a:pt x="8297037" y="4940300"/>
                  </a:lnTo>
                  <a:lnTo>
                    <a:pt x="8306721" y="4927600"/>
                  </a:lnTo>
                  <a:lnTo>
                    <a:pt x="8347888" y="4927600"/>
                  </a:lnTo>
                  <a:lnTo>
                    <a:pt x="8338281" y="4940300"/>
                  </a:lnTo>
                  <a:close/>
                </a:path>
              </a:pathLst>
            </a:custGeom>
            <a:solidFill>
              <a:srgbClr val="FFFAF6">
                <a:alpha val="1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53524" y="3286123"/>
              <a:ext cx="7886700" cy="9525"/>
            </a:xfrm>
            <a:custGeom>
              <a:avLst/>
              <a:gdLst/>
              <a:ahLst/>
              <a:cxnLst/>
              <a:rect l="l" t="t" r="r" b="b"/>
              <a:pathLst>
                <a:path w="7886700" h="9525">
                  <a:moveTo>
                    <a:pt x="78866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7886699" y="0"/>
                  </a:lnTo>
                  <a:lnTo>
                    <a:pt x="7886699" y="9524"/>
                  </a:lnTo>
                  <a:close/>
                </a:path>
              </a:pathLst>
            </a:custGeom>
            <a:solidFill>
              <a:srgbClr val="FFFAF6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41569" y="2959100"/>
            <a:ext cx="11398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90" dirty="0">
                <a:solidFill>
                  <a:srgbClr val="FEFBF9"/>
                </a:solidFill>
                <a:latin typeface="Consolas"/>
                <a:cs typeface="Consolas"/>
              </a:rPr>
              <a:t>STACK / ml_wo</a:t>
            </a:r>
            <a:r>
              <a:rPr sz="950" b="1" spc="21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50" b="1" spc="21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50" b="1" spc="60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66492" y="2959100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FEFBF9"/>
                </a:solidFill>
                <a:latin typeface="Consolas"/>
                <a:cs typeface="Consolas"/>
              </a:rPr>
              <a:t>V 1</a:t>
            </a:r>
            <a:r>
              <a:rPr sz="950" b="1" spc="-41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53512" y="4714874"/>
            <a:ext cx="6467475" cy="1066800"/>
          </a:xfrm>
          <a:custGeom>
            <a:avLst/>
            <a:gdLst/>
            <a:ahLst/>
            <a:cxnLst/>
            <a:rect l="l" t="t" r="r" b="b"/>
            <a:pathLst>
              <a:path w="6467475" h="1066800">
                <a:moveTo>
                  <a:pt x="3467100" y="985596"/>
                </a:moveTo>
                <a:lnTo>
                  <a:pt x="3451479" y="944105"/>
                </a:lnTo>
                <a:lnTo>
                  <a:pt x="3415436" y="918286"/>
                </a:lnTo>
                <a:lnTo>
                  <a:pt x="3395903" y="914400"/>
                </a:lnTo>
                <a:lnTo>
                  <a:pt x="71196" y="914400"/>
                </a:lnTo>
                <a:lnTo>
                  <a:pt x="29705" y="930021"/>
                </a:lnTo>
                <a:lnTo>
                  <a:pt x="3886" y="966063"/>
                </a:lnTo>
                <a:lnTo>
                  <a:pt x="0" y="985596"/>
                </a:lnTo>
                <a:lnTo>
                  <a:pt x="0" y="990600"/>
                </a:lnTo>
                <a:lnTo>
                  <a:pt x="0" y="995603"/>
                </a:lnTo>
                <a:lnTo>
                  <a:pt x="15621" y="1037094"/>
                </a:lnTo>
                <a:lnTo>
                  <a:pt x="51663" y="1062913"/>
                </a:lnTo>
                <a:lnTo>
                  <a:pt x="71196" y="1066800"/>
                </a:lnTo>
                <a:lnTo>
                  <a:pt x="3395903" y="1066800"/>
                </a:lnTo>
                <a:lnTo>
                  <a:pt x="3437394" y="1051179"/>
                </a:lnTo>
                <a:lnTo>
                  <a:pt x="3463213" y="1015136"/>
                </a:lnTo>
                <a:lnTo>
                  <a:pt x="3467100" y="995603"/>
                </a:lnTo>
                <a:lnTo>
                  <a:pt x="3467100" y="985596"/>
                </a:lnTo>
                <a:close/>
              </a:path>
              <a:path w="6467475" h="1066800">
                <a:moveTo>
                  <a:pt x="4572000" y="375996"/>
                </a:moveTo>
                <a:lnTo>
                  <a:pt x="4556379" y="334505"/>
                </a:lnTo>
                <a:lnTo>
                  <a:pt x="4520336" y="308686"/>
                </a:lnTo>
                <a:lnTo>
                  <a:pt x="4500804" y="304800"/>
                </a:lnTo>
                <a:lnTo>
                  <a:pt x="71196" y="304800"/>
                </a:lnTo>
                <a:lnTo>
                  <a:pt x="29705" y="320421"/>
                </a:lnTo>
                <a:lnTo>
                  <a:pt x="3886" y="356463"/>
                </a:lnTo>
                <a:lnTo>
                  <a:pt x="0" y="375996"/>
                </a:lnTo>
                <a:lnTo>
                  <a:pt x="0" y="381000"/>
                </a:lnTo>
                <a:lnTo>
                  <a:pt x="0" y="386003"/>
                </a:lnTo>
                <a:lnTo>
                  <a:pt x="15621" y="427494"/>
                </a:lnTo>
                <a:lnTo>
                  <a:pt x="51663" y="453313"/>
                </a:lnTo>
                <a:lnTo>
                  <a:pt x="71196" y="457200"/>
                </a:lnTo>
                <a:lnTo>
                  <a:pt x="4500804" y="457200"/>
                </a:lnTo>
                <a:lnTo>
                  <a:pt x="4542294" y="441579"/>
                </a:lnTo>
                <a:lnTo>
                  <a:pt x="4568114" y="405536"/>
                </a:lnTo>
                <a:lnTo>
                  <a:pt x="4572000" y="386003"/>
                </a:lnTo>
                <a:lnTo>
                  <a:pt x="4572000" y="375996"/>
                </a:lnTo>
                <a:close/>
              </a:path>
              <a:path w="6467475" h="1066800">
                <a:moveTo>
                  <a:pt x="5600700" y="680796"/>
                </a:moveTo>
                <a:lnTo>
                  <a:pt x="5585079" y="639305"/>
                </a:lnTo>
                <a:lnTo>
                  <a:pt x="5549036" y="613486"/>
                </a:lnTo>
                <a:lnTo>
                  <a:pt x="5529504" y="609600"/>
                </a:lnTo>
                <a:lnTo>
                  <a:pt x="71196" y="609600"/>
                </a:lnTo>
                <a:lnTo>
                  <a:pt x="29705" y="625221"/>
                </a:lnTo>
                <a:lnTo>
                  <a:pt x="3886" y="661263"/>
                </a:lnTo>
                <a:lnTo>
                  <a:pt x="0" y="680796"/>
                </a:lnTo>
                <a:lnTo>
                  <a:pt x="0" y="685800"/>
                </a:lnTo>
                <a:lnTo>
                  <a:pt x="0" y="690803"/>
                </a:lnTo>
                <a:lnTo>
                  <a:pt x="15621" y="732294"/>
                </a:lnTo>
                <a:lnTo>
                  <a:pt x="51663" y="758113"/>
                </a:lnTo>
                <a:lnTo>
                  <a:pt x="71196" y="762000"/>
                </a:lnTo>
                <a:lnTo>
                  <a:pt x="5529504" y="762000"/>
                </a:lnTo>
                <a:lnTo>
                  <a:pt x="5570994" y="746379"/>
                </a:lnTo>
                <a:lnTo>
                  <a:pt x="5596814" y="710336"/>
                </a:lnTo>
                <a:lnTo>
                  <a:pt x="5600700" y="690803"/>
                </a:lnTo>
                <a:lnTo>
                  <a:pt x="5600700" y="680796"/>
                </a:lnTo>
                <a:close/>
              </a:path>
              <a:path w="6467475" h="1066800">
                <a:moveTo>
                  <a:pt x="6467475" y="71196"/>
                </a:moveTo>
                <a:lnTo>
                  <a:pt x="6451854" y="29705"/>
                </a:lnTo>
                <a:lnTo>
                  <a:pt x="6415811" y="3886"/>
                </a:lnTo>
                <a:lnTo>
                  <a:pt x="6396279" y="0"/>
                </a:lnTo>
                <a:lnTo>
                  <a:pt x="71196" y="0"/>
                </a:lnTo>
                <a:lnTo>
                  <a:pt x="29705" y="15621"/>
                </a:lnTo>
                <a:lnTo>
                  <a:pt x="3886" y="51663"/>
                </a:lnTo>
                <a:lnTo>
                  <a:pt x="0" y="71196"/>
                </a:lnTo>
                <a:lnTo>
                  <a:pt x="0" y="76200"/>
                </a:lnTo>
                <a:lnTo>
                  <a:pt x="0" y="81203"/>
                </a:lnTo>
                <a:lnTo>
                  <a:pt x="15621" y="122694"/>
                </a:lnTo>
                <a:lnTo>
                  <a:pt x="51663" y="148513"/>
                </a:lnTo>
                <a:lnTo>
                  <a:pt x="71196" y="152400"/>
                </a:lnTo>
                <a:lnTo>
                  <a:pt x="6396279" y="152400"/>
                </a:lnTo>
                <a:lnTo>
                  <a:pt x="6437770" y="136779"/>
                </a:lnTo>
                <a:lnTo>
                  <a:pt x="6463589" y="100736"/>
                </a:lnTo>
                <a:lnTo>
                  <a:pt x="6467475" y="81203"/>
                </a:lnTo>
                <a:lnTo>
                  <a:pt x="6467475" y="71196"/>
                </a:lnTo>
                <a:close/>
              </a:path>
            </a:pathLst>
          </a:custGeom>
          <a:solidFill>
            <a:srgbClr val="DDA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41569" y="7169150"/>
            <a:ext cx="33928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80" dirty="0">
                <a:solidFill>
                  <a:srgbClr val="FEFBF8"/>
                </a:solidFill>
                <a:latin typeface="Consolas"/>
                <a:cs typeface="Consolas"/>
              </a:rPr>
              <a:t>CAMADAS  ·  EMBEDDER  ·  STORE  ·  CLIENTE  ·  LLM</a:t>
            </a:r>
            <a:r>
              <a:rPr sz="950" b="1" spc="21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80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1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9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20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5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1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90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1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80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05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4186" y="2330450"/>
            <a:ext cx="192278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40" dirty="0">
                <a:solidFill>
                  <a:srgbClr val="CF6A5E"/>
                </a:solidFill>
                <a:latin typeface="Consolas"/>
                <a:cs typeface="Consolas"/>
              </a:rPr>
              <a:t>OPÇÕES</a:t>
            </a:r>
            <a:r>
              <a:rPr sz="1100" b="1" spc="28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8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28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0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4613" y="2644775"/>
            <a:ext cx="5579110" cy="21913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79730" marR="372110" algn="ctr">
              <a:lnSpc>
                <a:spcPts val="5330"/>
              </a:lnSpc>
              <a:spcBef>
                <a:spcPts val="1235"/>
              </a:spcBef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Três caminhos,</a:t>
            </a:r>
            <a:r>
              <a:rPr sz="5400" b="1" spc="-1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2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5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algn="ctr">
              <a:lnSpc>
                <a:spcPts val="5260"/>
              </a:lnSpc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mesmo bench.</a:t>
            </a:r>
            <a:r>
              <a:rPr sz="5400" b="1" spc="-229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5305422"/>
            <a:ext cx="5305425" cy="2686050"/>
            <a:chOff x="952499" y="5305422"/>
            <a:chExt cx="5305425" cy="2686050"/>
          </a:xfrm>
        </p:grpSpPr>
        <p:sp>
          <p:nvSpPr>
            <p:cNvPr id="5" name="object 5"/>
            <p:cNvSpPr/>
            <p:nvPr/>
          </p:nvSpPr>
          <p:spPr>
            <a:xfrm>
              <a:off x="957262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5148262" y="2676524"/>
                  </a:moveTo>
                  <a:lnTo>
                    <a:pt x="147637" y="2676524"/>
                  </a:lnTo>
                  <a:lnTo>
                    <a:pt x="140384" y="2676346"/>
                  </a:lnTo>
                  <a:lnTo>
                    <a:pt x="97907" y="2667887"/>
                  </a:lnTo>
                  <a:lnTo>
                    <a:pt x="59682" y="2647458"/>
                  </a:lnTo>
                  <a:lnTo>
                    <a:pt x="29058" y="2616833"/>
                  </a:lnTo>
                  <a:lnTo>
                    <a:pt x="8626" y="2578609"/>
                  </a:lnTo>
                  <a:lnTo>
                    <a:pt x="177" y="2536139"/>
                  </a:lnTo>
                  <a:lnTo>
                    <a:pt x="0" y="2528887"/>
                  </a:lnTo>
                  <a:lnTo>
                    <a:pt x="0" y="147637"/>
                  </a:lnTo>
                  <a:lnTo>
                    <a:pt x="6355" y="104772"/>
                  </a:lnTo>
                  <a:lnTo>
                    <a:pt x="24881" y="65605"/>
                  </a:lnTo>
                  <a:lnTo>
                    <a:pt x="53976" y="33502"/>
                  </a:lnTo>
                  <a:lnTo>
                    <a:pt x="91138" y="11231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4" y="24872"/>
                  </a:lnTo>
                  <a:lnTo>
                    <a:pt x="5262387" y="53966"/>
                  </a:lnTo>
                  <a:lnTo>
                    <a:pt x="5284660" y="91129"/>
                  </a:lnTo>
                  <a:lnTo>
                    <a:pt x="5295190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3" y="2571738"/>
                  </a:lnTo>
                  <a:lnTo>
                    <a:pt x="5271017" y="2610901"/>
                  </a:lnTo>
                  <a:lnTo>
                    <a:pt x="5241922" y="2643007"/>
                  </a:lnTo>
                  <a:lnTo>
                    <a:pt x="5204759" y="2665273"/>
                  </a:lnTo>
                  <a:lnTo>
                    <a:pt x="5162733" y="2675813"/>
                  </a:lnTo>
                  <a:lnTo>
                    <a:pt x="5148262" y="267652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0" y="2528887"/>
                  </a:moveTo>
                  <a:lnTo>
                    <a:pt x="0" y="147637"/>
                  </a:lnTo>
                  <a:lnTo>
                    <a:pt x="177" y="140382"/>
                  </a:lnTo>
                  <a:lnTo>
                    <a:pt x="8626" y="97899"/>
                  </a:lnTo>
                  <a:lnTo>
                    <a:pt x="29058" y="59672"/>
                  </a:lnTo>
                  <a:lnTo>
                    <a:pt x="59682" y="29049"/>
                  </a:lnTo>
                  <a:lnTo>
                    <a:pt x="97907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4" y="24872"/>
                  </a:lnTo>
                  <a:lnTo>
                    <a:pt x="5262387" y="53966"/>
                  </a:lnTo>
                  <a:lnTo>
                    <a:pt x="5284660" y="91129"/>
                  </a:lnTo>
                  <a:lnTo>
                    <a:pt x="5295190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3" y="2571738"/>
                  </a:lnTo>
                  <a:lnTo>
                    <a:pt x="5271017" y="2610901"/>
                  </a:lnTo>
                  <a:lnTo>
                    <a:pt x="5241922" y="2643007"/>
                  </a:lnTo>
                  <a:lnTo>
                    <a:pt x="5204759" y="2665273"/>
                  </a:lnTo>
                  <a:lnTo>
                    <a:pt x="5162733" y="2675813"/>
                  </a:lnTo>
                  <a:lnTo>
                    <a:pt x="5148262" y="2676524"/>
                  </a:lnTo>
                  <a:lnTo>
                    <a:pt x="147637" y="2676524"/>
                  </a:lnTo>
                  <a:lnTo>
                    <a:pt x="104780" y="2670160"/>
                  </a:lnTo>
                  <a:lnTo>
                    <a:pt x="65614" y="2651633"/>
                  </a:lnTo>
                  <a:lnTo>
                    <a:pt x="33510" y="2622540"/>
                  </a:lnTo>
                  <a:lnTo>
                    <a:pt x="11238" y="2585377"/>
                  </a:lnTo>
                  <a:lnTo>
                    <a:pt x="709" y="2543356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137" y="560546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0"/>
                  </a:moveTo>
                  <a:lnTo>
                    <a:pt x="216506" y="447670"/>
                  </a:lnTo>
                  <a:lnTo>
                    <a:pt x="209192" y="447312"/>
                  </a:lnTo>
                  <a:lnTo>
                    <a:pt x="165875" y="440158"/>
                  </a:lnTo>
                  <a:lnTo>
                    <a:pt x="124785" y="424690"/>
                  </a:lnTo>
                  <a:lnTo>
                    <a:pt x="87503" y="401505"/>
                  </a:lnTo>
                  <a:lnTo>
                    <a:pt x="55459" y="371497"/>
                  </a:lnTo>
                  <a:lnTo>
                    <a:pt x="29885" y="335807"/>
                  </a:lnTo>
                  <a:lnTo>
                    <a:pt x="11765" y="295818"/>
                  </a:lnTo>
                  <a:lnTo>
                    <a:pt x="1796" y="253067"/>
                  </a:lnTo>
                  <a:lnTo>
                    <a:pt x="0" y="231166"/>
                  </a:lnTo>
                  <a:lnTo>
                    <a:pt x="0" y="216503"/>
                  </a:lnTo>
                  <a:lnTo>
                    <a:pt x="5730" y="172971"/>
                  </a:lnTo>
                  <a:lnTo>
                    <a:pt x="19842" y="131396"/>
                  </a:lnTo>
                  <a:lnTo>
                    <a:pt x="41795" y="93370"/>
                  </a:lnTo>
                  <a:lnTo>
                    <a:pt x="70743" y="60373"/>
                  </a:lnTo>
                  <a:lnTo>
                    <a:pt x="105575" y="33644"/>
                  </a:lnTo>
                  <a:lnTo>
                    <a:pt x="144951" y="14222"/>
                  </a:lnTo>
                  <a:lnTo>
                    <a:pt x="187358" y="2865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20"/>
                  </a:lnTo>
                  <a:lnTo>
                    <a:pt x="316268" y="19835"/>
                  </a:lnTo>
                  <a:lnTo>
                    <a:pt x="354289" y="41797"/>
                  </a:lnTo>
                  <a:lnTo>
                    <a:pt x="387297" y="70735"/>
                  </a:lnTo>
                  <a:lnTo>
                    <a:pt x="414023" y="105565"/>
                  </a:lnTo>
                  <a:lnTo>
                    <a:pt x="433440" y="144940"/>
                  </a:lnTo>
                  <a:lnTo>
                    <a:pt x="444803" y="187355"/>
                  </a:lnTo>
                  <a:lnTo>
                    <a:pt x="447674" y="216503"/>
                  </a:lnTo>
                  <a:lnTo>
                    <a:pt x="447674" y="223832"/>
                  </a:lnTo>
                  <a:lnTo>
                    <a:pt x="447674" y="231166"/>
                  </a:lnTo>
                  <a:lnTo>
                    <a:pt x="441943" y="274685"/>
                  </a:lnTo>
                  <a:lnTo>
                    <a:pt x="427830" y="316254"/>
                  </a:lnTo>
                  <a:lnTo>
                    <a:pt x="405878" y="354275"/>
                  </a:lnTo>
                  <a:lnTo>
                    <a:pt x="376930" y="387287"/>
                  </a:lnTo>
                  <a:lnTo>
                    <a:pt x="342098" y="414021"/>
                  </a:lnTo>
                  <a:lnTo>
                    <a:pt x="302722" y="433429"/>
                  </a:lnTo>
                  <a:lnTo>
                    <a:pt x="260315" y="444795"/>
                  </a:lnTo>
                  <a:lnTo>
                    <a:pt x="238481" y="447312"/>
                  </a:lnTo>
                  <a:lnTo>
                    <a:pt x="231168" y="447670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899" y="5610224"/>
              <a:ext cx="438149" cy="438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86137" y="56054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71"/>
                  </a:lnTo>
                  <a:lnTo>
                    <a:pt x="447315" y="238483"/>
                  </a:lnTo>
                  <a:lnTo>
                    <a:pt x="446597" y="245775"/>
                  </a:lnTo>
                  <a:lnTo>
                    <a:pt x="445878" y="253072"/>
                  </a:lnTo>
                  <a:lnTo>
                    <a:pt x="444803" y="260314"/>
                  </a:lnTo>
                  <a:lnTo>
                    <a:pt x="443373" y="267500"/>
                  </a:lnTo>
                  <a:lnTo>
                    <a:pt x="441943" y="274690"/>
                  </a:lnTo>
                  <a:lnTo>
                    <a:pt x="430635" y="309483"/>
                  </a:lnTo>
                  <a:lnTo>
                    <a:pt x="427830" y="316259"/>
                  </a:lnTo>
                  <a:lnTo>
                    <a:pt x="424699" y="322882"/>
                  </a:lnTo>
                  <a:lnTo>
                    <a:pt x="421244" y="329346"/>
                  </a:lnTo>
                  <a:lnTo>
                    <a:pt x="417788" y="335812"/>
                  </a:lnTo>
                  <a:lnTo>
                    <a:pt x="414024" y="342090"/>
                  </a:lnTo>
                  <a:lnTo>
                    <a:pt x="409951" y="348183"/>
                  </a:lnTo>
                  <a:lnTo>
                    <a:pt x="405878" y="354280"/>
                  </a:lnTo>
                  <a:lnTo>
                    <a:pt x="401516" y="360164"/>
                  </a:lnTo>
                  <a:lnTo>
                    <a:pt x="396866" y="365833"/>
                  </a:lnTo>
                  <a:lnTo>
                    <a:pt x="392215" y="371502"/>
                  </a:lnTo>
                  <a:lnTo>
                    <a:pt x="387298" y="376926"/>
                  </a:lnTo>
                  <a:lnTo>
                    <a:pt x="382114" y="382106"/>
                  </a:lnTo>
                  <a:lnTo>
                    <a:pt x="376930" y="387292"/>
                  </a:lnTo>
                  <a:lnTo>
                    <a:pt x="348194" y="409947"/>
                  </a:lnTo>
                  <a:lnTo>
                    <a:pt x="342099" y="414025"/>
                  </a:lnTo>
                  <a:lnTo>
                    <a:pt x="309495" y="430629"/>
                  </a:lnTo>
                  <a:lnTo>
                    <a:pt x="302723" y="433434"/>
                  </a:lnTo>
                  <a:lnTo>
                    <a:pt x="267505" y="443368"/>
                  </a:lnTo>
                  <a:lnTo>
                    <a:pt x="260315" y="444800"/>
                  </a:lnTo>
                  <a:lnTo>
                    <a:pt x="253072" y="445874"/>
                  </a:lnTo>
                  <a:lnTo>
                    <a:pt x="245777" y="446595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6" y="447674"/>
                  </a:lnTo>
                  <a:lnTo>
                    <a:pt x="180168" y="443372"/>
                  </a:lnTo>
                  <a:lnTo>
                    <a:pt x="172978" y="441944"/>
                  </a:lnTo>
                  <a:lnTo>
                    <a:pt x="138178" y="430629"/>
                  </a:lnTo>
                  <a:lnTo>
                    <a:pt x="131405" y="427824"/>
                  </a:lnTo>
                  <a:lnTo>
                    <a:pt x="124786" y="424694"/>
                  </a:lnTo>
                  <a:lnTo>
                    <a:pt x="118320" y="421239"/>
                  </a:lnTo>
                  <a:lnTo>
                    <a:pt x="111855" y="417788"/>
                  </a:lnTo>
                  <a:lnTo>
                    <a:pt x="105575" y="414025"/>
                  </a:lnTo>
                  <a:lnTo>
                    <a:pt x="99479" y="409947"/>
                  </a:lnTo>
                  <a:lnTo>
                    <a:pt x="93384" y="405872"/>
                  </a:lnTo>
                  <a:lnTo>
                    <a:pt x="65560" y="382106"/>
                  </a:lnTo>
                  <a:lnTo>
                    <a:pt x="60376" y="376926"/>
                  </a:lnTo>
                  <a:lnTo>
                    <a:pt x="55459" y="371502"/>
                  </a:lnTo>
                  <a:lnTo>
                    <a:pt x="50808" y="365833"/>
                  </a:lnTo>
                  <a:lnTo>
                    <a:pt x="46157" y="360164"/>
                  </a:lnTo>
                  <a:lnTo>
                    <a:pt x="41795" y="354280"/>
                  </a:lnTo>
                  <a:lnTo>
                    <a:pt x="37722" y="348183"/>
                  </a:lnTo>
                  <a:lnTo>
                    <a:pt x="33650" y="342090"/>
                  </a:lnTo>
                  <a:lnTo>
                    <a:pt x="29885" y="335812"/>
                  </a:lnTo>
                  <a:lnTo>
                    <a:pt x="26429" y="329346"/>
                  </a:lnTo>
                  <a:lnTo>
                    <a:pt x="22973" y="322882"/>
                  </a:lnTo>
                  <a:lnTo>
                    <a:pt x="19843" y="316259"/>
                  </a:lnTo>
                  <a:lnTo>
                    <a:pt x="17037" y="309483"/>
                  </a:lnTo>
                  <a:lnTo>
                    <a:pt x="14232" y="302716"/>
                  </a:lnTo>
                  <a:lnTo>
                    <a:pt x="4300" y="267500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359" y="209196"/>
                  </a:lnTo>
                  <a:lnTo>
                    <a:pt x="1078" y="201904"/>
                  </a:lnTo>
                  <a:lnTo>
                    <a:pt x="1796" y="194607"/>
                  </a:lnTo>
                  <a:lnTo>
                    <a:pt x="11766" y="151841"/>
                  </a:lnTo>
                  <a:lnTo>
                    <a:pt x="26429" y="118318"/>
                  </a:lnTo>
                  <a:lnTo>
                    <a:pt x="29885" y="111853"/>
                  </a:lnTo>
                  <a:lnTo>
                    <a:pt x="33650" y="105570"/>
                  </a:lnTo>
                  <a:lnTo>
                    <a:pt x="37722" y="99473"/>
                  </a:lnTo>
                  <a:lnTo>
                    <a:pt x="41795" y="93375"/>
                  </a:lnTo>
                  <a:lnTo>
                    <a:pt x="46157" y="87496"/>
                  </a:lnTo>
                  <a:lnTo>
                    <a:pt x="50808" y="81832"/>
                  </a:lnTo>
                  <a:lnTo>
                    <a:pt x="55459" y="76162"/>
                  </a:lnTo>
                  <a:lnTo>
                    <a:pt x="87503" y="46164"/>
                  </a:lnTo>
                  <a:lnTo>
                    <a:pt x="124786" y="22975"/>
                  </a:lnTo>
                  <a:lnTo>
                    <a:pt x="165876" y="7506"/>
                  </a:lnTo>
                  <a:lnTo>
                    <a:pt x="209193" y="362"/>
                  </a:lnTo>
                  <a:lnTo>
                    <a:pt x="223837" y="0"/>
                  </a:lnTo>
                  <a:lnTo>
                    <a:pt x="231168" y="4"/>
                  </a:lnTo>
                  <a:lnTo>
                    <a:pt x="238481" y="362"/>
                  </a:lnTo>
                  <a:lnTo>
                    <a:pt x="245777" y="1083"/>
                  </a:lnTo>
                  <a:lnTo>
                    <a:pt x="253073" y="1800"/>
                  </a:lnTo>
                  <a:lnTo>
                    <a:pt x="260315" y="2869"/>
                  </a:lnTo>
                  <a:lnTo>
                    <a:pt x="267505" y="4297"/>
                  </a:lnTo>
                  <a:lnTo>
                    <a:pt x="274695" y="5725"/>
                  </a:lnTo>
                  <a:lnTo>
                    <a:pt x="281798" y="7506"/>
                  </a:lnTo>
                  <a:lnTo>
                    <a:pt x="288813" y="9636"/>
                  </a:lnTo>
                  <a:lnTo>
                    <a:pt x="295829" y="11762"/>
                  </a:lnTo>
                  <a:lnTo>
                    <a:pt x="329353" y="26430"/>
                  </a:lnTo>
                  <a:lnTo>
                    <a:pt x="335818" y="29886"/>
                  </a:lnTo>
                  <a:lnTo>
                    <a:pt x="371505" y="55462"/>
                  </a:lnTo>
                  <a:lnTo>
                    <a:pt x="401516" y="87496"/>
                  </a:lnTo>
                  <a:lnTo>
                    <a:pt x="409951" y="99473"/>
                  </a:lnTo>
                  <a:lnTo>
                    <a:pt x="414024" y="105570"/>
                  </a:lnTo>
                  <a:lnTo>
                    <a:pt x="433441" y="144944"/>
                  </a:lnTo>
                  <a:lnTo>
                    <a:pt x="444803" y="187360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21990" y="6359524"/>
            <a:ext cx="4569460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Opção A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Status quo coerente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Reindex com vanilla. Chroma local. Corrige o bug sem migrar.</a:t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86524" y="5305422"/>
            <a:ext cx="5314950" cy="2686050"/>
            <a:chOff x="6486524" y="5305422"/>
            <a:chExt cx="5314950" cy="2686050"/>
          </a:xfrm>
        </p:grpSpPr>
        <p:sp>
          <p:nvSpPr>
            <p:cNvPr id="12" name="object 12"/>
            <p:cNvSpPr/>
            <p:nvPr/>
          </p:nvSpPr>
          <p:spPr>
            <a:xfrm>
              <a:off x="6491287" y="5310185"/>
              <a:ext cx="5305425" cy="2676525"/>
            </a:xfrm>
            <a:custGeom>
              <a:avLst/>
              <a:gdLst/>
              <a:ahLst/>
              <a:cxnLst/>
              <a:rect l="l" t="t" r="r" b="b"/>
              <a:pathLst>
                <a:path w="5305425" h="2676525">
                  <a:moveTo>
                    <a:pt x="5157787" y="2676524"/>
                  </a:moveTo>
                  <a:lnTo>
                    <a:pt x="147637" y="2676524"/>
                  </a:lnTo>
                  <a:lnTo>
                    <a:pt x="140384" y="2676346"/>
                  </a:lnTo>
                  <a:lnTo>
                    <a:pt x="97907" y="2667887"/>
                  </a:lnTo>
                  <a:lnTo>
                    <a:pt x="59681" y="2647458"/>
                  </a:lnTo>
                  <a:lnTo>
                    <a:pt x="29058" y="2616833"/>
                  </a:lnTo>
                  <a:lnTo>
                    <a:pt x="8625" y="2578609"/>
                  </a:lnTo>
                  <a:lnTo>
                    <a:pt x="177" y="2536139"/>
                  </a:lnTo>
                  <a:lnTo>
                    <a:pt x="0" y="2528887"/>
                  </a:lnTo>
                  <a:lnTo>
                    <a:pt x="0" y="147637"/>
                  </a:lnTo>
                  <a:lnTo>
                    <a:pt x="6355" y="104772"/>
                  </a:lnTo>
                  <a:lnTo>
                    <a:pt x="24881" y="65605"/>
                  </a:lnTo>
                  <a:lnTo>
                    <a:pt x="53975" y="33502"/>
                  </a:lnTo>
                  <a:lnTo>
                    <a:pt x="91138" y="11231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49"/>
                  </a:lnTo>
                  <a:lnTo>
                    <a:pt x="5239808" y="24872"/>
                  </a:lnTo>
                  <a:lnTo>
                    <a:pt x="5271912" y="53966"/>
                  </a:lnTo>
                  <a:lnTo>
                    <a:pt x="5294184" y="91129"/>
                  </a:lnTo>
                  <a:lnTo>
                    <a:pt x="5304714" y="133163"/>
                  </a:lnTo>
                  <a:lnTo>
                    <a:pt x="5305424" y="147637"/>
                  </a:lnTo>
                  <a:lnTo>
                    <a:pt x="5305424" y="2528887"/>
                  </a:lnTo>
                  <a:lnTo>
                    <a:pt x="5299067" y="2571738"/>
                  </a:lnTo>
                  <a:lnTo>
                    <a:pt x="5280541" y="2610901"/>
                  </a:lnTo>
                  <a:lnTo>
                    <a:pt x="5251448" y="2643007"/>
                  </a:lnTo>
                  <a:lnTo>
                    <a:pt x="5214283" y="2665273"/>
                  </a:lnTo>
                  <a:lnTo>
                    <a:pt x="5172257" y="2675813"/>
                  </a:lnTo>
                  <a:lnTo>
                    <a:pt x="5157787" y="267652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91287" y="5310185"/>
              <a:ext cx="5305425" cy="2676525"/>
            </a:xfrm>
            <a:custGeom>
              <a:avLst/>
              <a:gdLst/>
              <a:ahLst/>
              <a:cxnLst/>
              <a:rect l="l" t="t" r="r" b="b"/>
              <a:pathLst>
                <a:path w="5305425" h="2676525">
                  <a:moveTo>
                    <a:pt x="0" y="2528887"/>
                  </a:moveTo>
                  <a:lnTo>
                    <a:pt x="0" y="147637"/>
                  </a:lnTo>
                  <a:lnTo>
                    <a:pt x="177" y="140382"/>
                  </a:lnTo>
                  <a:lnTo>
                    <a:pt x="8625" y="97899"/>
                  </a:lnTo>
                  <a:lnTo>
                    <a:pt x="29058" y="59672"/>
                  </a:lnTo>
                  <a:lnTo>
                    <a:pt x="59681" y="29049"/>
                  </a:lnTo>
                  <a:lnTo>
                    <a:pt x="97907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49"/>
                  </a:lnTo>
                  <a:lnTo>
                    <a:pt x="5239808" y="24872"/>
                  </a:lnTo>
                  <a:lnTo>
                    <a:pt x="5271912" y="53966"/>
                  </a:lnTo>
                  <a:lnTo>
                    <a:pt x="5294184" y="91129"/>
                  </a:lnTo>
                  <a:lnTo>
                    <a:pt x="5304714" y="133163"/>
                  </a:lnTo>
                  <a:lnTo>
                    <a:pt x="5305424" y="147637"/>
                  </a:lnTo>
                  <a:lnTo>
                    <a:pt x="5305424" y="2528887"/>
                  </a:lnTo>
                  <a:lnTo>
                    <a:pt x="5299067" y="2571738"/>
                  </a:lnTo>
                  <a:lnTo>
                    <a:pt x="5280541" y="2610901"/>
                  </a:lnTo>
                  <a:lnTo>
                    <a:pt x="5251448" y="2643007"/>
                  </a:lnTo>
                  <a:lnTo>
                    <a:pt x="5214283" y="2665273"/>
                  </a:lnTo>
                  <a:lnTo>
                    <a:pt x="5172257" y="2675813"/>
                  </a:lnTo>
                  <a:lnTo>
                    <a:pt x="5157787" y="2676524"/>
                  </a:lnTo>
                  <a:lnTo>
                    <a:pt x="147637" y="2676524"/>
                  </a:lnTo>
                  <a:lnTo>
                    <a:pt x="104779" y="2670160"/>
                  </a:lnTo>
                  <a:lnTo>
                    <a:pt x="65614" y="2651633"/>
                  </a:lnTo>
                  <a:lnTo>
                    <a:pt x="33510" y="2622540"/>
                  </a:lnTo>
                  <a:lnTo>
                    <a:pt x="11237" y="2585377"/>
                  </a:lnTo>
                  <a:lnTo>
                    <a:pt x="709" y="2543356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20162" y="560546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0"/>
                  </a:moveTo>
                  <a:lnTo>
                    <a:pt x="216506" y="447670"/>
                  </a:lnTo>
                  <a:lnTo>
                    <a:pt x="209193" y="447312"/>
                  </a:lnTo>
                  <a:lnTo>
                    <a:pt x="165875" y="440158"/>
                  </a:lnTo>
                  <a:lnTo>
                    <a:pt x="124786" y="424690"/>
                  </a:lnTo>
                  <a:lnTo>
                    <a:pt x="87503" y="401505"/>
                  </a:lnTo>
                  <a:lnTo>
                    <a:pt x="55458" y="371497"/>
                  </a:lnTo>
                  <a:lnTo>
                    <a:pt x="29886" y="335807"/>
                  </a:lnTo>
                  <a:lnTo>
                    <a:pt x="11765" y="295818"/>
                  </a:lnTo>
                  <a:lnTo>
                    <a:pt x="1795" y="253067"/>
                  </a:lnTo>
                  <a:lnTo>
                    <a:pt x="0" y="231166"/>
                  </a:lnTo>
                  <a:lnTo>
                    <a:pt x="0" y="216503"/>
                  </a:lnTo>
                  <a:lnTo>
                    <a:pt x="5730" y="172971"/>
                  </a:lnTo>
                  <a:lnTo>
                    <a:pt x="19842" y="131396"/>
                  </a:lnTo>
                  <a:lnTo>
                    <a:pt x="41795" y="93370"/>
                  </a:lnTo>
                  <a:lnTo>
                    <a:pt x="70743" y="60373"/>
                  </a:lnTo>
                  <a:lnTo>
                    <a:pt x="105574" y="33644"/>
                  </a:lnTo>
                  <a:lnTo>
                    <a:pt x="144950" y="14222"/>
                  </a:lnTo>
                  <a:lnTo>
                    <a:pt x="187358" y="2865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20"/>
                  </a:lnTo>
                  <a:lnTo>
                    <a:pt x="316267" y="19835"/>
                  </a:lnTo>
                  <a:lnTo>
                    <a:pt x="354288" y="41797"/>
                  </a:lnTo>
                  <a:lnTo>
                    <a:pt x="387296" y="70735"/>
                  </a:lnTo>
                  <a:lnTo>
                    <a:pt x="414022" y="105565"/>
                  </a:lnTo>
                  <a:lnTo>
                    <a:pt x="433439" y="144940"/>
                  </a:lnTo>
                  <a:lnTo>
                    <a:pt x="444803" y="187355"/>
                  </a:lnTo>
                  <a:lnTo>
                    <a:pt x="447674" y="216503"/>
                  </a:lnTo>
                  <a:lnTo>
                    <a:pt x="447674" y="223832"/>
                  </a:lnTo>
                  <a:lnTo>
                    <a:pt x="447674" y="231166"/>
                  </a:lnTo>
                  <a:lnTo>
                    <a:pt x="441942" y="274685"/>
                  </a:lnTo>
                  <a:lnTo>
                    <a:pt x="427829" y="316254"/>
                  </a:lnTo>
                  <a:lnTo>
                    <a:pt x="405876" y="354275"/>
                  </a:lnTo>
                  <a:lnTo>
                    <a:pt x="376928" y="387287"/>
                  </a:lnTo>
                  <a:lnTo>
                    <a:pt x="342097" y="414021"/>
                  </a:lnTo>
                  <a:lnTo>
                    <a:pt x="302722" y="433429"/>
                  </a:lnTo>
                  <a:lnTo>
                    <a:pt x="260314" y="444795"/>
                  </a:lnTo>
                  <a:lnTo>
                    <a:pt x="238481" y="447312"/>
                  </a:lnTo>
                  <a:lnTo>
                    <a:pt x="231167" y="447670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4924" y="5610224"/>
              <a:ext cx="438149" cy="4381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920161" y="56054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5" y="231171"/>
                  </a:lnTo>
                  <a:lnTo>
                    <a:pt x="447316" y="238483"/>
                  </a:lnTo>
                  <a:lnTo>
                    <a:pt x="446597" y="245775"/>
                  </a:lnTo>
                  <a:lnTo>
                    <a:pt x="445878" y="253072"/>
                  </a:lnTo>
                  <a:lnTo>
                    <a:pt x="444803" y="260314"/>
                  </a:lnTo>
                  <a:lnTo>
                    <a:pt x="443372" y="267500"/>
                  </a:lnTo>
                  <a:lnTo>
                    <a:pt x="441942" y="274690"/>
                  </a:lnTo>
                  <a:lnTo>
                    <a:pt x="430635" y="309483"/>
                  </a:lnTo>
                  <a:lnTo>
                    <a:pt x="427829" y="316259"/>
                  </a:lnTo>
                  <a:lnTo>
                    <a:pt x="424699" y="322882"/>
                  </a:lnTo>
                  <a:lnTo>
                    <a:pt x="421242" y="329346"/>
                  </a:lnTo>
                  <a:lnTo>
                    <a:pt x="417787" y="335812"/>
                  </a:lnTo>
                  <a:lnTo>
                    <a:pt x="414022" y="342090"/>
                  </a:lnTo>
                  <a:lnTo>
                    <a:pt x="409949" y="348183"/>
                  </a:lnTo>
                  <a:lnTo>
                    <a:pt x="405877" y="354280"/>
                  </a:lnTo>
                  <a:lnTo>
                    <a:pt x="401515" y="360164"/>
                  </a:lnTo>
                  <a:lnTo>
                    <a:pt x="396865" y="365833"/>
                  </a:lnTo>
                  <a:lnTo>
                    <a:pt x="392214" y="371502"/>
                  </a:lnTo>
                  <a:lnTo>
                    <a:pt x="387297" y="376926"/>
                  </a:lnTo>
                  <a:lnTo>
                    <a:pt x="382113" y="382106"/>
                  </a:lnTo>
                  <a:lnTo>
                    <a:pt x="376929" y="387292"/>
                  </a:lnTo>
                  <a:lnTo>
                    <a:pt x="348192" y="409947"/>
                  </a:lnTo>
                  <a:lnTo>
                    <a:pt x="342098" y="414025"/>
                  </a:lnTo>
                  <a:lnTo>
                    <a:pt x="335818" y="417788"/>
                  </a:lnTo>
                  <a:lnTo>
                    <a:pt x="329353" y="421244"/>
                  </a:lnTo>
                  <a:lnTo>
                    <a:pt x="322887" y="424699"/>
                  </a:lnTo>
                  <a:lnTo>
                    <a:pt x="316268" y="427824"/>
                  </a:lnTo>
                  <a:lnTo>
                    <a:pt x="309495" y="430629"/>
                  </a:lnTo>
                  <a:lnTo>
                    <a:pt x="302722" y="433434"/>
                  </a:lnTo>
                  <a:lnTo>
                    <a:pt x="267505" y="443368"/>
                  </a:lnTo>
                  <a:lnTo>
                    <a:pt x="260315" y="444800"/>
                  </a:lnTo>
                  <a:lnTo>
                    <a:pt x="253073" y="445874"/>
                  </a:lnTo>
                  <a:lnTo>
                    <a:pt x="245778" y="446595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8" y="441944"/>
                  </a:lnTo>
                  <a:lnTo>
                    <a:pt x="138178" y="430629"/>
                  </a:lnTo>
                  <a:lnTo>
                    <a:pt x="131405" y="427824"/>
                  </a:lnTo>
                  <a:lnTo>
                    <a:pt x="124787" y="424694"/>
                  </a:lnTo>
                  <a:lnTo>
                    <a:pt x="118321" y="421239"/>
                  </a:lnTo>
                  <a:lnTo>
                    <a:pt x="111856" y="417788"/>
                  </a:lnTo>
                  <a:lnTo>
                    <a:pt x="105575" y="414025"/>
                  </a:lnTo>
                  <a:lnTo>
                    <a:pt x="99479" y="409947"/>
                  </a:lnTo>
                  <a:lnTo>
                    <a:pt x="93384" y="405872"/>
                  </a:lnTo>
                  <a:lnTo>
                    <a:pt x="65560" y="382106"/>
                  </a:lnTo>
                  <a:lnTo>
                    <a:pt x="60376" y="376926"/>
                  </a:lnTo>
                  <a:lnTo>
                    <a:pt x="55459" y="371502"/>
                  </a:lnTo>
                  <a:lnTo>
                    <a:pt x="50808" y="365833"/>
                  </a:lnTo>
                  <a:lnTo>
                    <a:pt x="46157" y="360164"/>
                  </a:lnTo>
                  <a:lnTo>
                    <a:pt x="41795" y="354280"/>
                  </a:lnTo>
                  <a:lnTo>
                    <a:pt x="37723" y="348183"/>
                  </a:lnTo>
                  <a:lnTo>
                    <a:pt x="33650" y="342090"/>
                  </a:lnTo>
                  <a:lnTo>
                    <a:pt x="29886" y="335812"/>
                  </a:lnTo>
                  <a:lnTo>
                    <a:pt x="26430" y="329346"/>
                  </a:lnTo>
                  <a:lnTo>
                    <a:pt x="22974" y="322882"/>
                  </a:lnTo>
                  <a:lnTo>
                    <a:pt x="19843" y="316259"/>
                  </a:lnTo>
                  <a:lnTo>
                    <a:pt x="17037" y="309483"/>
                  </a:lnTo>
                  <a:lnTo>
                    <a:pt x="14232" y="302716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5"/>
                  </a:lnTo>
                  <a:lnTo>
                    <a:pt x="19843" y="131401"/>
                  </a:lnTo>
                  <a:lnTo>
                    <a:pt x="37723" y="99473"/>
                  </a:lnTo>
                  <a:lnTo>
                    <a:pt x="41795" y="93375"/>
                  </a:lnTo>
                  <a:lnTo>
                    <a:pt x="46157" y="87496"/>
                  </a:lnTo>
                  <a:lnTo>
                    <a:pt x="50808" y="81832"/>
                  </a:lnTo>
                  <a:lnTo>
                    <a:pt x="55459" y="76162"/>
                  </a:lnTo>
                  <a:lnTo>
                    <a:pt x="87503" y="46164"/>
                  </a:lnTo>
                  <a:lnTo>
                    <a:pt x="118321" y="26430"/>
                  </a:lnTo>
                  <a:lnTo>
                    <a:pt x="124786" y="22975"/>
                  </a:lnTo>
                  <a:lnTo>
                    <a:pt x="165875" y="7506"/>
                  </a:lnTo>
                  <a:lnTo>
                    <a:pt x="209193" y="362"/>
                  </a:lnTo>
                  <a:lnTo>
                    <a:pt x="223837" y="0"/>
                  </a:lnTo>
                  <a:lnTo>
                    <a:pt x="231168" y="4"/>
                  </a:lnTo>
                  <a:lnTo>
                    <a:pt x="238481" y="362"/>
                  </a:lnTo>
                  <a:lnTo>
                    <a:pt x="245777" y="1083"/>
                  </a:lnTo>
                  <a:lnTo>
                    <a:pt x="253072" y="1800"/>
                  </a:lnTo>
                  <a:lnTo>
                    <a:pt x="260315" y="2869"/>
                  </a:lnTo>
                  <a:lnTo>
                    <a:pt x="267505" y="4297"/>
                  </a:lnTo>
                  <a:lnTo>
                    <a:pt x="274695" y="5725"/>
                  </a:lnTo>
                  <a:lnTo>
                    <a:pt x="281797" y="7506"/>
                  </a:lnTo>
                  <a:lnTo>
                    <a:pt x="288813" y="9636"/>
                  </a:lnTo>
                  <a:lnTo>
                    <a:pt x="295828" y="11762"/>
                  </a:lnTo>
                  <a:lnTo>
                    <a:pt x="329352" y="26430"/>
                  </a:lnTo>
                  <a:lnTo>
                    <a:pt x="335817" y="29886"/>
                  </a:lnTo>
                  <a:lnTo>
                    <a:pt x="371504" y="55462"/>
                  </a:lnTo>
                  <a:lnTo>
                    <a:pt x="401515" y="87496"/>
                  </a:lnTo>
                  <a:lnTo>
                    <a:pt x="409949" y="99473"/>
                  </a:lnTo>
                  <a:lnTo>
                    <a:pt x="414022" y="105570"/>
                  </a:lnTo>
                  <a:lnTo>
                    <a:pt x="417787" y="111849"/>
                  </a:lnTo>
                  <a:lnTo>
                    <a:pt x="421242" y="118313"/>
                  </a:lnTo>
                  <a:lnTo>
                    <a:pt x="424698" y="124778"/>
                  </a:lnTo>
                  <a:lnTo>
                    <a:pt x="440163" y="165869"/>
                  </a:lnTo>
                  <a:lnTo>
                    <a:pt x="446597" y="201904"/>
                  </a:lnTo>
                  <a:lnTo>
                    <a:pt x="447316" y="209196"/>
                  </a:lnTo>
                  <a:lnTo>
                    <a:pt x="447675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75350" y="6359524"/>
            <a:ext cx="4737100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Opção B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OpenAI Embeddings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text-embedding-3-small @768 via API. A/B sem refazer schema.</a:t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030074" y="5305422"/>
            <a:ext cx="5305425" cy="2686050"/>
            <a:chOff x="12030074" y="5305422"/>
            <a:chExt cx="5305425" cy="2686050"/>
          </a:xfrm>
        </p:grpSpPr>
        <p:sp>
          <p:nvSpPr>
            <p:cNvPr id="19" name="object 19"/>
            <p:cNvSpPr/>
            <p:nvPr/>
          </p:nvSpPr>
          <p:spPr>
            <a:xfrm>
              <a:off x="12034836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5148262" y="2676524"/>
                  </a:moveTo>
                  <a:lnTo>
                    <a:pt x="147637" y="2676524"/>
                  </a:lnTo>
                  <a:lnTo>
                    <a:pt x="140384" y="2676346"/>
                  </a:lnTo>
                  <a:lnTo>
                    <a:pt x="97906" y="2667887"/>
                  </a:lnTo>
                  <a:lnTo>
                    <a:pt x="59680" y="2647458"/>
                  </a:lnTo>
                  <a:lnTo>
                    <a:pt x="29056" y="2616833"/>
                  </a:lnTo>
                  <a:lnTo>
                    <a:pt x="8625" y="2578609"/>
                  </a:lnTo>
                  <a:lnTo>
                    <a:pt x="177" y="2536139"/>
                  </a:lnTo>
                  <a:lnTo>
                    <a:pt x="0" y="2528887"/>
                  </a:lnTo>
                  <a:lnTo>
                    <a:pt x="0" y="147637"/>
                  </a:lnTo>
                  <a:lnTo>
                    <a:pt x="6354" y="104772"/>
                  </a:lnTo>
                  <a:lnTo>
                    <a:pt x="24878" y="65605"/>
                  </a:lnTo>
                  <a:lnTo>
                    <a:pt x="53974" y="33502"/>
                  </a:lnTo>
                  <a:lnTo>
                    <a:pt x="91137" y="11231"/>
                  </a:lnTo>
                  <a:lnTo>
                    <a:pt x="133165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3" y="24872"/>
                  </a:lnTo>
                  <a:lnTo>
                    <a:pt x="5262387" y="53966"/>
                  </a:lnTo>
                  <a:lnTo>
                    <a:pt x="5284659" y="91129"/>
                  </a:lnTo>
                  <a:lnTo>
                    <a:pt x="5295189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2" y="2571738"/>
                  </a:lnTo>
                  <a:lnTo>
                    <a:pt x="5271016" y="2610901"/>
                  </a:lnTo>
                  <a:lnTo>
                    <a:pt x="5241921" y="2643007"/>
                  </a:lnTo>
                  <a:lnTo>
                    <a:pt x="5204758" y="2665273"/>
                  </a:lnTo>
                  <a:lnTo>
                    <a:pt x="5162732" y="2675813"/>
                  </a:lnTo>
                  <a:lnTo>
                    <a:pt x="5148262" y="267652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34836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0" y="2528887"/>
                  </a:moveTo>
                  <a:lnTo>
                    <a:pt x="0" y="147637"/>
                  </a:lnTo>
                  <a:lnTo>
                    <a:pt x="177" y="140382"/>
                  </a:lnTo>
                  <a:lnTo>
                    <a:pt x="8625" y="97899"/>
                  </a:lnTo>
                  <a:lnTo>
                    <a:pt x="29056" y="59672"/>
                  </a:lnTo>
                  <a:lnTo>
                    <a:pt x="59680" y="29049"/>
                  </a:lnTo>
                  <a:lnTo>
                    <a:pt x="97906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3" y="24872"/>
                  </a:lnTo>
                  <a:lnTo>
                    <a:pt x="5262387" y="53966"/>
                  </a:lnTo>
                  <a:lnTo>
                    <a:pt x="5284659" y="91129"/>
                  </a:lnTo>
                  <a:lnTo>
                    <a:pt x="5295189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2" y="2571738"/>
                  </a:lnTo>
                  <a:lnTo>
                    <a:pt x="5271016" y="2610901"/>
                  </a:lnTo>
                  <a:lnTo>
                    <a:pt x="5241921" y="2643007"/>
                  </a:lnTo>
                  <a:lnTo>
                    <a:pt x="5204758" y="2665273"/>
                  </a:lnTo>
                  <a:lnTo>
                    <a:pt x="5162732" y="2675813"/>
                  </a:lnTo>
                  <a:lnTo>
                    <a:pt x="5148262" y="2676524"/>
                  </a:lnTo>
                  <a:lnTo>
                    <a:pt x="147637" y="2676524"/>
                  </a:lnTo>
                  <a:lnTo>
                    <a:pt x="104779" y="2670160"/>
                  </a:lnTo>
                  <a:lnTo>
                    <a:pt x="65612" y="2651633"/>
                  </a:lnTo>
                  <a:lnTo>
                    <a:pt x="33509" y="2622540"/>
                  </a:lnTo>
                  <a:lnTo>
                    <a:pt x="11236" y="2585377"/>
                  </a:lnTo>
                  <a:lnTo>
                    <a:pt x="708" y="2543356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54187" y="560546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0"/>
                  </a:moveTo>
                  <a:lnTo>
                    <a:pt x="216506" y="447670"/>
                  </a:lnTo>
                  <a:lnTo>
                    <a:pt x="209193" y="447312"/>
                  </a:lnTo>
                  <a:lnTo>
                    <a:pt x="165873" y="440158"/>
                  </a:lnTo>
                  <a:lnTo>
                    <a:pt x="124784" y="424690"/>
                  </a:lnTo>
                  <a:lnTo>
                    <a:pt x="87501" y="401505"/>
                  </a:lnTo>
                  <a:lnTo>
                    <a:pt x="55459" y="371497"/>
                  </a:lnTo>
                  <a:lnTo>
                    <a:pt x="29884" y="335807"/>
                  </a:lnTo>
                  <a:lnTo>
                    <a:pt x="11765" y="295818"/>
                  </a:lnTo>
                  <a:lnTo>
                    <a:pt x="1794" y="253067"/>
                  </a:lnTo>
                  <a:lnTo>
                    <a:pt x="0" y="231166"/>
                  </a:lnTo>
                  <a:lnTo>
                    <a:pt x="0" y="216503"/>
                  </a:lnTo>
                  <a:lnTo>
                    <a:pt x="5729" y="172971"/>
                  </a:lnTo>
                  <a:lnTo>
                    <a:pt x="19841" y="131396"/>
                  </a:lnTo>
                  <a:lnTo>
                    <a:pt x="41793" y="93370"/>
                  </a:lnTo>
                  <a:lnTo>
                    <a:pt x="70743" y="60373"/>
                  </a:lnTo>
                  <a:lnTo>
                    <a:pt x="105573" y="33644"/>
                  </a:lnTo>
                  <a:lnTo>
                    <a:pt x="144948" y="14222"/>
                  </a:lnTo>
                  <a:lnTo>
                    <a:pt x="187357" y="2865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20"/>
                  </a:lnTo>
                  <a:lnTo>
                    <a:pt x="316267" y="19835"/>
                  </a:lnTo>
                  <a:lnTo>
                    <a:pt x="354288" y="41797"/>
                  </a:lnTo>
                  <a:lnTo>
                    <a:pt x="387296" y="70735"/>
                  </a:lnTo>
                  <a:lnTo>
                    <a:pt x="414021" y="105565"/>
                  </a:lnTo>
                  <a:lnTo>
                    <a:pt x="433438" y="144940"/>
                  </a:lnTo>
                  <a:lnTo>
                    <a:pt x="444803" y="187355"/>
                  </a:lnTo>
                  <a:lnTo>
                    <a:pt x="447673" y="216503"/>
                  </a:lnTo>
                  <a:lnTo>
                    <a:pt x="447673" y="223832"/>
                  </a:lnTo>
                  <a:lnTo>
                    <a:pt x="447673" y="231166"/>
                  </a:lnTo>
                  <a:lnTo>
                    <a:pt x="441941" y="274685"/>
                  </a:lnTo>
                  <a:lnTo>
                    <a:pt x="427828" y="316254"/>
                  </a:lnTo>
                  <a:lnTo>
                    <a:pt x="405875" y="354275"/>
                  </a:lnTo>
                  <a:lnTo>
                    <a:pt x="376930" y="387287"/>
                  </a:lnTo>
                  <a:lnTo>
                    <a:pt x="342097" y="414021"/>
                  </a:lnTo>
                  <a:lnTo>
                    <a:pt x="302721" y="433429"/>
                  </a:lnTo>
                  <a:lnTo>
                    <a:pt x="260315" y="444795"/>
                  </a:lnTo>
                  <a:lnTo>
                    <a:pt x="238480" y="447312"/>
                  </a:lnTo>
                  <a:lnTo>
                    <a:pt x="231167" y="447670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58948" y="5610224"/>
              <a:ext cx="438149" cy="43814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454186" y="56054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71"/>
                  </a:lnTo>
                  <a:lnTo>
                    <a:pt x="447315" y="238483"/>
                  </a:lnTo>
                  <a:lnTo>
                    <a:pt x="446597" y="245775"/>
                  </a:lnTo>
                  <a:lnTo>
                    <a:pt x="445878" y="253072"/>
                  </a:lnTo>
                  <a:lnTo>
                    <a:pt x="444804" y="260314"/>
                  </a:lnTo>
                  <a:lnTo>
                    <a:pt x="443372" y="267500"/>
                  </a:lnTo>
                  <a:lnTo>
                    <a:pt x="441942" y="274690"/>
                  </a:lnTo>
                  <a:lnTo>
                    <a:pt x="430634" y="309483"/>
                  </a:lnTo>
                  <a:lnTo>
                    <a:pt x="427829" y="316259"/>
                  </a:lnTo>
                  <a:lnTo>
                    <a:pt x="424699" y="322882"/>
                  </a:lnTo>
                  <a:lnTo>
                    <a:pt x="421242" y="329346"/>
                  </a:lnTo>
                  <a:lnTo>
                    <a:pt x="417787" y="335812"/>
                  </a:lnTo>
                  <a:lnTo>
                    <a:pt x="414022" y="342090"/>
                  </a:lnTo>
                  <a:lnTo>
                    <a:pt x="409949" y="348183"/>
                  </a:lnTo>
                  <a:lnTo>
                    <a:pt x="405876" y="354280"/>
                  </a:lnTo>
                  <a:lnTo>
                    <a:pt x="382113" y="382106"/>
                  </a:lnTo>
                  <a:lnTo>
                    <a:pt x="376931" y="387292"/>
                  </a:lnTo>
                  <a:lnTo>
                    <a:pt x="348193" y="409947"/>
                  </a:lnTo>
                  <a:lnTo>
                    <a:pt x="342098" y="414025"/>
                  </a:lnTo>
                  <a:lnTo>
                    <a:pt x="335818" y="417788"/>
                  </a:lnTo>
                  <a:lnTo>
                    <a:pt x="329353" y="421244"/>
                  </a:lnTo>
                  <a:lnTo>
                    <a:pt x="322888" y="424699"/>
                  </a:lnTo>
                  <a:lnTo>
                    <a:pt x="316269" y="427824"/>
                  </a:lnTo>
                  <a:lnTo>
                    <a:pt x="309495" y="430629"/>
                  </a:lnTo>
                  <a:lnTo>
                    <a:pt x="302722" y="433434"/>
                  </a:lnTo>
                  <a:lnTo>
                    <a:pt x="267505" y="443368"/>
                  </a:lnTo>
                  <a:lnTo>
                    <a:pt x="260316" y="444800"/>
                  </a:lnTo>
                  <a:lnTo>
                    <a:pt x="253074" y="445874"/>
                  </a:lnTo>
                  <a:lnTo>
                    <a:pt x="245778" y="446595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7" y="441944"/>
                  </a:lnTo>
                  <a:lnTo>
                    <a:pt x="138176" y="430629"/>
                  </a:lnTo>
                  <a:lnTo>
                    <a:pt x="131403" y="427824"/>
                  </a:lnTo>
                  <a:lnTo>
                    <a:pt x="124785" y="424694"/>
                  </a:lnTo>
                  <a:lnTo>
                    <a:pt x="118320" y="421239"/>
                  </a:lnTo>
                  <a:lnTo>
                    <a:pt x="111855" y="417788"/>
                  </a:lnTo>
                  <a:lnTo>
                    <a:pt x="105574" y="414025"/>
                  </a:lnTo>
                  <a:lnTo>
                    <a:pt x="99478" y="409947"/>
                  </a:lnTo>
                  <a:lnTo>
                    <a:pt x="93383" y="405872"/>
                  </a:lnTo>
                  <a:lnTo>
                    <a:pt x="65559" y="382106"/>
                  </a:lnTo>
                  <a:lnTo>
                    <a:pt x="60377" y="376926"/>
                  </a:lnTo>
                  <a:lnTo>
                    <a:pt x="37722" y="348183"/>
                  </a:lnTo>
                  <a:lnTo>
                    <a:pt x="33649" y="342090"/>
                  </a:lnTo>
                  <a:lnTo>
                    <a:pt x="29885" y="335812"/>
                  </a:lnTo>
                  <a:lnTo>
                    <a:pt x="26429" y="329346"/>
                  </a:lnTo>
                  <a:lnTo>
                    <a:pt x="22974" y="322882"/>
                  </a:lnTo>
                  <a:lnTo>
                    <a:pt x="19842" y="316259"/>
                  </a:lnTo>
                  <a:lnTo>
                    <a:pt x="17037" y="309483"/>
                  </a:lnTo>
                  <a:lnTo>
                    <a:pt x="14232" y="302716"/>
                  </a:lnTo>
                  <a:lnTo>
                    <a:pt x="2869" y="260314"/>
                  </a:lnTo>
                  <a:lnTo>
                    <a:pt x="0" y="223837"/>
                  </a:lnTo>
                  <a:lnTo>
                    <a:pt x="1" y="216507"/>
                  </a:lnTo>
                  <a:lnTo>
                    <a:pt x="360" y="209196"/>
                  </a:lnTo>
                  <a:lnTo>
                    <a:pt x="1077" y="201904"/>
                  </a:lnTo>
                  <a:lnTo>
                    <a:pt x="1795" y="194607"/>
                  </a:lnTo>
                  <a:lnTo>
                    <a:pt x="11766" y="151841"/>
                  </a:lnTo>
                  <a:lnTo>
                    <a:pt x="26430" y="118318"/>
                  </a:lnTo>
                  <a:lnTo>
                    <a:pt x="29885" y="111853"/>
                  </a:lnTo>
                  <a:lnTo>
                    <a:pt x="33649" y="105570"/>
                  </a:lnTo>
                  <a:lnTo>
                    <a:pt x="37722" y="99473"/>
                  </a:lnTo>
                  <a:lnTo>
                    <a:pt x="41795" y="93375"/>
                  </a:lnTo>
                  <a:lnTo>
                    <a:pt x="46157" y="87496"/>
                  </a:lnTo>
                  <a:lnTo>
                    <a:pt x="50808" y="81832"/>
                  </a:lnTo>
                  <a:lnTo>
                    <a:pt x="55460" y="76162"/>
                  </a:lnTo>
                  <a:lnTo>
                    <a:pt x="87502" y="46164"/>
                  </a:lnTo>
                  <a:lnTo>
                    <a:pt x="118320" y="26430"/>
                  </a:lnTo>
                  <a:lnTo>
                    <a:pt x="124785" y="22975"/>
                  </a:lnTo>
                  <a:lnTo>
                    <a:pt x="165874" y="7506"/>
                  </a:lnTo>
                  <a:lnTo>
                    <a:pt x="209194" y="362"/>
                  </a:lnTo>
                  <a:lnTo>
                    <a:pt x="223837" y="0"/>
                  </a:lnTo>
                  <a:lnTo>
                    <a:pt x="231168" y="4"/>
                  </a:lnTo>
                  <a:lnTo>
                    <a:pt x="238480" y="362"/>
                  </a:lnTo>
                  <a:lnTo>
                    <a:pt x="245776" y="1083"/>
                  </a:lnTo>
                  <a:lnTo>
                    <a:pt x="253072" y="1800"/>
                  </a:lnTo>
                  <a:lnTo>
                    <a:pt x="260316" y="2869"/>
                  </a:lnTo>
                  <a:lnTo>
                    <a:pt x="267505" y="4297"/>
                  </a:lnTo>
                  <a:lnTo>
                    <a:pt x="274696" y="5725"/>
                  </a:lnTo>
                  <a:lnTo>
                    <a:pt x="281799" y="7506"/>
                  </a:lnTo>
                  <a:lnTo>
                    <a:pt x="288813" y="9636"/>
                  </a:lnTo>
                  <a:lnTo>
                    <a:pt x="295828" y="11762"/>
                  </a:lnTo>
                  <a:lnTo>
                    <a:pt x="329353" y="26430"/>
                  </a:lnTo>
                  <a:lnTo>
                    <a:pt x="335818" y="29886"/>
                  </a:lnTo>
                  <a:lnTo>
                    <a:pt x="371506" y="55462"/>
                  </a:lnTo>
                  <a:lnTo>
                    <a:pt x="401515" y="87496"/>
                  </a:lnTo>
                  <a:lnTo>
                    <a:pt x="409949" y="99473"/>
                  </a:lnTo>
                  <a:lnTo>
                    <a:pt x="414022" y="105570"/>
                  </a:lnTo>
                  <a:lnTo>
                    <a:pt x="417787" y="111849"/>
                  </a:lnTo>
                  <a:lnTo>
                    <a:pt x="421242" y="118313"/>
                  </a:lnTo>
                  <a:lnTo>
                    <a:pt x="424699" y="124778"/>
                  </a:lnTo>
                  <a:lnTo>
                    <a:pt x="440163" y="165869"/>
                  </a:lnTo>
                  <a:lnTo>
                    <a:pt x="443372" y="180165"/>
                  </a:lnTo>
                  <a:lnTo>
                    <a:pt x="444804" y="187360"/>
                  </a:lnTo>
                  <a:lnTo>
                    <a:pt x="445878" y="194607"/>
                  </a:lnTo>
                  <a:lnTo>
                    <a:pt x="446598" y="201904"/>
                  </a:lnTo>
                  <a:lnTo>
                    <a:pt x="447315" y="209196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466686" y="6359524"/>
            <a:ext cx="4429125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Opção C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Híbrida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OpenAI + pgvector no Postgres. Sem chroma-server Python.</a:t>
            </a:r>
            <a:r>
              <a:rPr sz="1650" spc="-8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7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8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7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09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4186" y="3321050"/>
            <a:ext cx="192278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40" dirty="0">
                <a:solidFill>
                  <a:srgbClr val="CF6A5E"/>
                </a:solidFill>
                <a:latin typeface="Consolas"/>
                <a:cs typeface="Consolas"/>
              </a:rPr>
              <a:t>CRITÉRIOS</a:t>
            </a:r>
            <a:r>
              <a:rPr sz="1100" b="1" spc="28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4915" y="3654425"/>
            <a:ext cx="10278110" cy="337439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065" marR="5080" algn="ctr">
              <a:lnSpc>
                <a:spcPct val="86500"/>
              </a:lnSpc>
              <a:spcBef>
                <a:spcPts val="950"/>
              </a:spcBef>
            </a:pP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>“Migrar para OpenAI somente se Recall@5 ≥ +5 pp, MRR ≥ +0,05 e p95 ≤ 400 ms.”</a:t>
            </a:r>
            <a:r>
              <a:rPr sz="52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3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3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3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3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3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5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5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2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250">
              <a:latin typeface="Georgia"/>
              <a:cs typeface="Georgia"/>
            </a:endParaRPr>
          </a:p>
          <a:p>
            <a:pPr marR="9525" algn="ctr">
              <a:lnSpc>
                <a:spcPct val="100000"/>
              </a:lnSpc>
              <a:spcBef>
                <a:spcPts val="2100"/>
              </a:spcBef>
            </a:pPr>
            <a:r>
              <a:rPr sz="1350" b="1" spc="100" dirty="0">
                <a:solidFill>
                  <a:srgbClr val="6C605A"/>
                </a:solidFill>
                <a:latin typeface="Consolas"/>
                <a:cs typeface="Consolas"/>
              </a:rPr>
              <a:t>DPA · ZDR · MASCARAMENTO DE PII COMO PRÉ-CONDIÇÕES</a:t>
            </a:r>
            <a:r>
              <a:rPr sz="1350" b="1" spc="27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10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10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6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114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12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6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12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0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6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28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1350" b="1" spc="10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135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14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56972" y="2330450"/>
            <a:ext cx="115697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D7806B"/>
                </a:solidFill>
                <a:latin typeface="Consolas"/>
                <a:cs typeface="Consolas"/>
              </a:rPr>
              <a:t>CUSTOS</a:t>
            </a:r>
            <a:r>
              <a:rPr sz="1100" b="1" spc="28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8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28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8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5686" y="2644775"/>
            <a:ext cx="5076825" cy="219138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 marR="5080" algn="ctr">
              <a:lnSpc>
                <a:spcPct val="81600"/>
              </a:lnSpc>
              <a:spcBef>
                <a:spcPts val="1290"/>
              </a:spcBef>
            </a:pP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>Embedding ≠</a:t>
            </a:r>
            <a:r>
              <a:rPr sz="5400" b="1" spc="-10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10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5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229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5305421"/>
            <a:ext cx="5305425" cy="2686050"/>
            <a:chOff x="952499" y="5305421"/>
            <a:chExt cx="5305425" cy="2686050"/>
          </a:xfrm>
        </p:grpSpPr>
        <p:sp>
          <p:nvSpPr>
            <p:cNvPr id="5" name="object 5"/>
            <p:cNvSpPr/>
            <p:nvPr/>
          </p:nvSpPr>
          <p:spPr>
            <a:xfrm>
              <a:off x="952499" y="5305421"/>
              <a:ext cx="5305425" cy="2686050"/>
            </a:xfrm>
            <a:custGeom>
              <a:avLst/>
              <a:gdLst/>
              <a:ahLst/>
              <a:cxnLst/>
              <a:rect l="l" t="t" r="r" b="b"/>
              <a:pathLst>
                <a:path w="5305425" h="2686050">
                  <a:moveTo>
                    <a:pt x="5153024" y="2686049"/>
                  </a:moveTo>
                  <a:lnTo>
                    <a:pt x="152399" y="2686049"/>
                  </a:lnTo>
                  <a:lnTo>
                    <a:pt x="137387" y="2685324"/>
                  </a:lnTo>
                  <a:lnTo>
                    <a:pt x="94078" y="2674447"/>
                  </a:lnTo>
                  <a:lnTo>
                    <a:pt x="55765" y="2651514"/>
                  </a:lnTo>
                  <a:lnTo>
                    <a:pt x="25660" y="2618333"/>
                  </a:lnTo>
                  <a:lnTo>
                    <a:pt x="6525" y="2577822"/>
                  </a:lnTo>
                  <a:lnTo>
                    <a:pt x="0" y="2533649"/>
                  </a:lnTo>
                  <a:lnTo>
                    <a:pt x="0" y="152399"/>
                  </a:lnTo>
                  <a:lnTo>
                    <a:pt x="6525" y="108225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53024" y="0"/>
                  </a:lnTo>
                  <a:lnTo>
                    <a:pt x="5197197" y="6525"/>
                  </a:lnTo>
                  <a:lnTo>
                    <a:pt x="5237708" y="25659"/>
                  </a:lnTo>
                  <a:lnTo>
                    <a:pt x="5270890" y="55764"/>
                  </a:lnTo>
                  <a:lnTo>
                    <a:pt x="5293822" y="94078"/>
                  </a:lnTo>
                  <a:lnTo>
                    <a:pt x="5304699" y="137386"/>
                  </a:lnTo>
                  <a:lnTo>
                    <a:pt x="5305424" y="152399"/>
                  </a:lnTo>
                  <a:lnTo>
                    <a:pt x="5305424" y="2533649"/>
                  </a:lnTo>
                  <a:lnTo>
                    <a:pt x="5298898" y="2577822"/>
                  </a:lnTo>
                  <a:lnTo>
                    <a:pt x="5279763" y="2618333"/>
                  </a:lnTo>
                  <a:lnTo>
                    <a:pt x="5249658" y="2651514"/>
                  </a:lnTo>
                  <a:lnTo>
                    <a:pt x="5211345" y="2674447"/>
                  </a:lnTo>
                  <a:lnTo>
                    <a:pt x="5168037" y="2685324"/>
                  </a:lnTo>
                  <a:lnTo>
                    <a:pt x="5153024" y="2686049"/>
                  </a:lnTo>
                  <a:close/>
                </a:path>
              </a:pathLst>
            </a:custGeom>
            <a:solidFill>
              <a:srgbClr val="FFFAF6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499" y="5305424"/>
              <a:ext cx="5305425" cy="2686050"/>
            </a:xfrm>
            <a:custGeom>
              <a:avLst/>
              <a:gdLst/>
              <a:ahLst/>
              <a:cxnLst/>
              <a:rect l="l" t="t" r="r" b="b"/>
              <a:pathLst>
                <a:path w="5305425" h="2686050">
                  <a:moveTo>
                    <a:pt x="5153024" y="2686049"/>
                  </a:moveTo>
                  <a:lnTo>
                    <a:pt x="152399" y="2686049"/>
                  </a:lnTo>
                  <a:lnTo>
                    <a:pt x="137387" y="2685324"/>
                  </a:lnTo>
                  <a:lnTo>
                    <a:pt x="94078" y="2674447"/>
                  </a:lnTo>
                  <a:lnTo>
                    <a:pt x="55765" y="2651514"/>
                  </a:lnTo>
                  <a:lnTo>
                    <a:pt x="25660" y="2618333"/>
                  </a:lnTo>
                  <a:lnTo>
                    <a:pt x="6525" y="2577822"/>
                  </a:lnTo>
                  <a:lnTo>
                    <a:pt x="0" y="2533649"/>
                  </a:lnTo>
                  <a:lnTo>
                    <a:pt x="0" y="152399"/>
                  </a:lnTo>
                  <a:lnTo>
                    <a:pt x="6525" y="108225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53024" y="0"/>
                  </a:lnTo>
                  <a:lnTo>
                    <a:pt x="5168037" y="725"/>
                  </a:lnTo>
                  <a:lnTo>
                    <a:pt x="5182761" y="2900"/>
                  </a:lnTo>
                  <a:lnTo>
                    <a:pt x="5197197" y="6525"/>
                  </a:lnTo>
                  <a:lnTo>
                    <a:pt x="520555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5"/>
                  </a:lnTo>
                  <a:lnTo>
                    <a:pt x="37646" y="67281"/>
                  </a:lnTo>
                  <a:lnTo>
                    <a:pt x="17873" y="104274"/>
                  </a:lnTo>
                  <a:lnTo>
                    <a:pt x="10335" y="137386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533649"/>
                  </a:lnTo>
                  <a:lnTo>
                    <a:pt x="15675" y="2575124"/>
                  </a:lnTo>
                  <a:lnTo>
                    <a:pt x="33603" y="2613026"/>
                  </a:lnTo>
                  <a:lnTo>
                    <a:pt x="61759" y="2644094"/>
                  </a:lnTo>
                  <a:lnTo>
                    <a:pt x="97724" y="2665648"/>
                  </a:lnTo>
                  <a:lnTo>
                    <a:pt x="138395" y="2675838"/>
                  </a:lnTo>
                  <a:lnTo>
                    <a:pt x="152399" y="2676524"/>
                  </a:lnTo>
                  <a:lnTo>
                    <a:pt x="5205555" y="2676524"/>
                  </a:lnTo>
                  <a:lnTo>
                    <a:pt x="5197197" y="2679523"/>
                  </a:lnTo>
                  <a:lnTo>
                    <a:pt x="5182761" y="2683148"/>
                  </a:lnTo>
                  <a:lnTo>
                    <a:pt x="5168037" y="2685324"/>
                  </a:lnTo>
                  <a:lnTo>
                    <a:pt x="5153024" y="2686049"/>
                  </a:lnTo>
                  <a:close/>
                </a:path>
                <a:path w="5305425" h="2686050">
                  <a:moveTo>
                    <a:pt x="5205555" y="2676524"/>
                  </a:moveTo>
                  <a:lnTo>
                    <a:pt x="5153024" y="2676524"/>
                  </a:lnTo>
                  <a:lnTo>
                    <a:pt x="5160043" y="2676353"/>
                  </a:lnTo>
                  <a:lnTo>
                    <a:pt x="5167029" y="2675838"/>
                  </a:lnTo>
                  <a:lnTo>
                    <a:pt x="5207700" y="2665648"/>
                  </a:lnTo>
                  <a:lnTo>
                    <a:pt x="5243664" y="2644094"/>
                  </a:lnTo>
                  <a:lnTo>
                    <a:pt x="5271820" y="2613026"/>
                  </a:lnTo>
                  <a:lnTo>
                    <a:pt x="5289748" y="2575124"/>
                  </a:lnTo>
                  <a:lnTo>
                    <a:pt x="5295899" y="2533649"/>
                  </a:lnTo>
                  <a:lnTo>
                    <a:pt x="5295899" y="152399"/>
                  </a:lnTo>
                  <a:lnTo>
                    <a:pt x="5289748" y="110924"/>
                  </a:lnTo>
                  <a:lnTo>
                    <a:pt x="5271820" y="73022"/>
                  </a:lnTo>
                  <a:lnTo>
                    <a:pt x="5243664" y="41954"/>
                  </a:lnTo>
                  <a:lnTo>
                    <a:pt x="5207700" y="20400"/>
                  </a:lnTo>
                  <a:lnTo>
                    <a:pt x="5167029" y="10211"/>
                  </a:lnTo>
                  <a:lnTo>
                    <a:pt x="5153024" y="9524"/>
                  </a:lnTo>
                  <a:lnTo>
                    <a:pt x="5205559" y="9524"/>
                  </a:lnTo>
                  <a:lnTo>
                    <a:pt x="5249658" y="34533"/>
                  </a:lnTo>
                  <a:lnTo>
                    <a:pt x="5279764" y="67714"/>
                  </a:lnTo>
                  <a:lnTo>
                    <a:pt x="5298898" y="108225"/>
                  </a:lnTo>
                  <a:lnTo>
                    <a:pt x="5305424" y="152399"/>
                  </a:lnTo>
                  <a:lnTo>
                    <a:pt x="5305424" y="2533649"/>
                  </a:lnTo>
                  <a:lnTo>
                    <a:pt x="5304748" y="2547653"/>
                  </a:lnTo>
                  <a:lnTo>
                    <a:pt x="5293822" y="2591969"/>
                  </a:lnTo>
                  <a:lnTo>
                    <a:pt x="5270890" y="2630283"/>
                  </a:lnTo>
                  <a:lnTo>
                    <a:pt x="5237708" y="2660388"/>
                  </a:lnTo>
                  <a:lnTo>
                    <a:pt x="5211345" y="2674447"/>
                  </a:lnTo>
                  <a:lnTo>
                    <a:pt x="5205555" y="2676524"/>
                  </a:lnTo>
                  <a:close/>
                </a:path>
              </a:pathLst>
            </a:custGeom>
            <a:solidFill>
              <a:srgbClr val="FFFAF6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1374" y="56006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4002" y="452806"/>
                  </a:lnTo>
                  <a:lnTo>
                    <a:pt x="141118" y="439798"/>
                  </a:lnTo>
                  <a:lnTo>
                    <a:pt x="101596" y="418673"/>
                  </a:lnTo>
                  <a:lnTo>
                    <a:pt x="66955" y="390244"/>
                  </a:lnTo>
                  <a:lnTo>
                    <a:pt x="38525" y="355603"/>
                  </a:lnTo>
                  <a:lnTo>
                    <a:pt x="17400" y="316080"/>
                  </a:lnTo>
                  <a:lnTo>
                    <a:pt x="4392" y="273197"/>
                  </a:lnTo>
                  <a:lnTo>
                    <a:pt x="0" y="228599"/>
                  </a:lnTo>
                  <a:lnTo>
                    <a:pt x="274" y="217369"/>
                  </a:lnTo>
                  <a:lnTo>
                    <a:pt x="6852" y="173040"/>
                  </a:lnTo>
                  <a:lnTo>
                    <a:pt x="21952" y="130847"/>
                  </a:lnTo>
                  <a:lnTo>
                    <a:pt x="44993" y="92410"/>
                  </a:lnTo>
                  <a:lnTo>
                    <a:pt x="75090" y="59207"/>
                  </a:lnTo>
                  <a:lnTo>
                    <a:pt x="111086" y="32514"/>
                  </a:lnTo>
                  <a:lnTo>
                    <a:pt x="151598" y="13356"/>
                  </a:lnTo>
                  <a:lnTo>
                    <a:pt x="195070" y="2470"/>
                  </a:lnTo>
                  <a:lnTo>
                    <a:pt x="228599" y="0"/>
                  </a:lnTo>
                  <a:lnTo>
                    <a:pt x="239830" y="274"/>
                  </a:lnTo>
                  <a:lnTo>
                    <a:pt x="284158" y="6852"/>
                  </a:lnTo>
                  <a:lnTo>
                    <a:pt x="326351" y="21952"/>
                  </a:lnTo>
                  <a:lnTo>
                    <a:pt x="364788" y="44993"/>
                  </a:lnTo>
                  <a:lnTo>
                    <a:pt x="397991" y="75090"/>
                  </a:lnTo>
                  <a:lnTo>
                    <a:pt x="424684" y="111086"/>
                  </a:lnTo>
                  <a:lnTo>
                    <a:pt x="443842" y="151598"/>
                  </a:lnTo>
                  <a:lnTo>
                    <a:pt x="454728" y="195070"/>
                  </a:lnTo>
                  <a:lnTo>
                    <a:pt x="457199" y="228599"/>
                  </a:lnTo>
                  <a:lnTo>
                    <a:pt x="456925" y="239830"/>
                  </a:lnTo>
                  <a:lnTo>
                    <a:pt x="450346" y="284158"/>
                  </a:lnTo>
                  <a:lnTo>
                    <a:pt x="435247" y="326351"/>
                  </a:lnTo>
                  <a:lnTo>
                    <a:pt x="412205" y="364788"/>
                  </a:lnTo>
                  <a:lnTo>
                    <a:pt x="382109" y="397991"/>
                  </a:lnTo>
                  <a:lnTo>
                    <a:pt x="346112" y="424684"/>
                  </a:lnTo>
                  <a:lnTo>
                    <a:pt x="305600" y="443842"/>
                  </a:lnTo>
                  <a:lnTo>
                    <a:pt x="262129" y="454728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FFFAF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374" y="5600696"/>
              <a:ext cx="457199" cy="457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81374" y="5600700"/>
              <a:ext cx="457200" cy="455930"/>
            </a:xfrm>
            <a:custGeom>
              <a:avLst/>
              <a:gdLst/>
              <a:ahLst/>
              <a:cxnLst/>
              <a:rect l="l" t="t" r="r" b="b"/>
              <a:pathLst>
                <a:path w="457200" h="455929">
                  <a:moveTo>
                    <a:pt x="251006" y="455930"/>
                  </a:moveTo>
                  <a:lnTo>
                    <a:pt x="206192" y="455930"/>
                  </a:lnTo>
                  <a:lnTo>
                    <a:pt x="195070" y="454660"/>
                  </a:lnTo>
                  <a:lnTo>
                    <a:pt x="141118" y="439420"/>
                  </a:lnTo>
                  <a:lnTo>
                    <a:pt x="101596" y="417830"/>
                  </a:lnTo>
                  <a:lnTo>
                    <a:pt x="66955" y="389890"/>
                  </a:lnTo>
                  <a:lnTo>
                    <a:pt x="59207" y="381000"/>
                  </a:lnTo>
                  <a:lnTo>
                    <a:pt x="51887" y="373380"/>
                  </a:lnTo>
                  <a:lnTo>
                    <a:pt x="26990" y="335280"/>
                  </a:lnTo>
                  <a:lnTo>
                    <a:pt x="9840" y="294640"/>
                  </a:lnTo>
                  <a:lnTo>
                    <a:pt x="1098" y="250190"/>
                  </a:lnTo>
                  <a:lnTo>
                    <a:pt x="0" y="227330"/>
                  </a:lnTo>
                  <a:lnTo>
                    <a:pt x="171" y="220980"/>
                  </a:lnTo>
                  <a:lnTo>
                    <a:pt x="274" y="217170"/>
                  </a:lnTo>
                  <a:lnTo>
                    <a:pt x="6852" y="172720"/>
                  </a:lnTo>
                  <a:lnTo>
                    <a:pt x="21952" y="130810"/>
                  </a:lnTo>
                  <a:lnTo>
                    <a:pt x="44993" y="91440"/>
                  </a:lnTo>
                  <a:lnTo>
                    <a:pt x="59207" y="74930"/>
                  </a:lnTo>
                  <a:lnTo>
                    <a:pt x="66955" y="66040"/>
                  </a:lnTo>
                  <a:lnTo>
                    <a:pt x="101596" y="38100"/>
                  </a:lnTo>
                  <a:lnTo>
                    <a:pt x="141118" y="16510"/>
                  </a:lnTo>
                  <a:lnTo>
                    <a:pt x="195070" y="1270"/>
                  </a:lnTo>
                  <a:lnTo>
                    <a:pt x="206192" y="0"/>
                  </a:lnTo>
                  <a:lnTo>
                    <a:pt x="251006" y="0"/>
                  </a:lnTo>
                  <a:lnTo>
                    <a:pt x="262129" y="1270"/>
                  </a:lnTo>
                  <a:lnTo>
                    <a:pt x="294959" y="8890"/>
                  </a:lnTo>
                  <a:lnTo>
                    <a:pt x="214267" y="8890"/>
                  </a:lnTo>
                  <a:lnTo>
                    <a:pt x="199986" y="10160"/>
                  </a:lnTo>
                  <a:lnTo>
                    <a:pt x="178823" y="13970"/>
                  </a:lnTo>
                  <a:lnTo>
                    <a:pt x="171871" y="16510"/>
                  </a:lnTo>
                  <a:lnTo>
                    <a:pt x="158139" y="20320"/>
                  </a:lnTo>
                  <a:lnTo>
                    <a:pt x="138134" y="27940"/>
                  </a:lnTo>
                  <a:lnTo>
                    <a:pt x="131656" y="31750"/>
                  </a:lnTo>
                  <a:lnTo>
                    <a:pt x="119000" y="38100"/>
                  </a:lnTo>
                  <a:lnTo>
                    <a:pt x="112854" y="41910"/>
                  </a:lnTo>
                  <a:lnTo>
                    <a:pt x="100922" y="49530"/>
                  </a:lnTo>
                  <a:lnTo>
                    <a:pt x="95166" y="54610"/>
                  </a:lnTo>
                  <a:lnTo>
                    <a:pt x="84073" y="63500"/>
                  </a:lnTo>
                  <a:lnTo>
                    <a:pt x="54700" y="93980"/>
                  </a:lnTo>
                  <a:lnTo>
                    <a:pt x="50431" y="100330"/>
                  </a:lnTo>
                  <a:lnTo>
                    <a:pt x="42459" y="111760"/>
                  </a:lnTo>
                  <a:lnTo>
                    <a:pt x="23455" y="151130"/>
                  </a:lnTo>
                  <a:lnTo>
                    <a:pt x="12334" y="191770"/>
                  </a:lnTo>
                  <a:lnTo>
                    <a:pt x="9524" y="220980"/>
                  </a:lnTo>
                  <a:lnTo>
                    <a:pt x="9524" y="234950"/>
                  </a:lnTo>
                  <a:lnTo>
                    <a:pt x="15134" y="278130"/>
                  </a:lnTo>
                  <a:lnTo>
                    <a:pt x="28946" y="318770"/>
                  </a:lnTo>
                  <a:lnTo>
                    <a:pt x="50431" y="355600"/>
                  </a:lnTo>
                  <a:lnTo>
                    <a:pt x="54700" y="361950"/>
                  </a:lnTo>
                  <a:lnTo>
                    <a:pt x="84073" y="392430"/>
                  </a:lnTo>
                  <a:lnTo>
                    <a:pt x="95166" y="401320"/>
                  </a:lnTo>
                  <a:lnTo>
                    <a:pt x="100922" y="406400"/>
                  </a:lnTo>
                  <a:lnTo>
                    <a:pt x="112854" y="414020"/>
                  </a:lnTo>
                  <a:lnTo>
                    <a:pt x="119000" y="417830"/>
                  </a:lnTo>
                  <a:lnTo>
                    <a:pt x="131656" y="424180"/>
                  </a:lnTo>
                  <a:lnTo>
                    <a:pt x="138134" y="427990"/>
                  </a:lnTo>
                  <a:lnTo>
                    <a:pt x="158139" y="435610"/>
                  </a:lnTo>
                  <a:lnTo>
                    <a:pt x="171871" y="439420"/>
                  </a:lnTo>
                  <a:lnTo>
                    <a:pt x="178823" y="441960"/>
                  </a:lnTo>
                  <a:lnTo>
                    <a:pt x="199986" y="445770"/>
                  </a:lnTo>
                  <a:lnTo>
                    <a:pt x="214267" y="447040"/>
                  </a:lnTo>
                  <a:lnTo>
                    <a:pt x="294959" y="447040"/>
                  </a:lnTo>
                  <a:lnTo>
                    <a:pt x="262129" y="454660"/>
                  </a:lnTo>
                  <a:lnTo>
                    <a:pt x="251006" y="455930"/>
                  </a:lnTo>
                  <a:close/>
                </a:path>
                <a:path w="457200" h="455929">
                  <a:moveTo>
                    <a:pt x="294959" y="447040"/>
                  </a:moveTo>
                  <a:lnTo>
                    <a:pt x="242932" y="447040"/>
                  </a:lnTo>
                  <a:lnTo>
                    <a:pt x="257213" y="445770"/>
                  </a:lnTo>
                  <a:lnTo>
                    <a:pt x="278376" y="441960"/>
                  </a:lnTo>
                  <a:lnTo>
                    <a:pt x="285328" y="439420"/>
                  </a:lnTo>
                  <a:lnTo>
                    <a:pt x="299060" y="435610"/>
                  </a:lnTo>
                  <a:lnTo>
                    <a:pt x="319065" y="427990"/>
                  </a:lnTo>
                  <a:lnTo>
                    <a:pt x="325543" y="424180"/>
                  </a:lnTo>
                  <a:lnTo>
                    <a:pt x="338198" y="417830"/>
                  </a:lnTo>
                  <a:lnTo>
                    <a:pt x="344345" y="414020"/>
                  </a:lnTo>
                  <a:lnTo>
                    <a:pt x="356277" y="406400"/>
                  </a:lnTo>
                  <a:lnTo>
                    <a:pt x="362033" y="401320"/>
                  </a:lnTo>
                  <a:lnTo>
                    <a:pt x="373125" y="392430"/>
                  </a:lnTo>
                  <a:lnTo>
                    <a:pt x="402498" y="361950"/>
                  </a:lnTo>
                  <a:lnTo>
                    <a:pt x="406767" y="355600"/>
                  </a:lnTo>
                  <a:lnTo>
                    <a:pt x="414740" y="344170"/>
                  </a:lnTo>
                  <a:lnTo>
                    <a:pt x="433744" y="304800"/>
                  </a:lnTo>
                  <a:lnTo>
                    <a:pt x="444865" y="264160"/>
                  </a:lnTo>
                  <a:lnTo>
                    <a:pt x="447674" y="234950"/>
                  </a:lnTo>
                  <a:lnTo>
                    <a:pt x="447674" y="220980"/>
                  </a:lnTo>
                  <a:lnTo>
                    <a:pt x="442065" y="177800"/>
                  </a:lnTo>
                  <a:lnTo>
                    <a:pt x="428252" y="137160"/>
                  </a:lnTo>
                  <a:lnTo>
                    <a:pt x="406767" y="100330"/>
                  </a:lnTo>
                  <a:lnTo>
                    <a:pt x="402498" y="93980"/>
                  </a:lnTo>
                  <a:lnTo>
                    <a:pt x="373125" y="63500"/>
                  </a:lnTo>
                  <a:lnTo>
                    <a:pt x="362033" y="54610"/>
                  </a:lnTo>
                  <a:lnTo>
                    <a:pt x="356277" y="49530"/>
                  </a:lnTo>
                  <a:lnTo>
                    <a:pt x="344345" y="41910"/>
                  </a:lnTo>
                  <a:lnTo>
                    <a:pt x="338198" y="38100"/>
                  </a:lnTo>
                  <a:lnTo>
                    <a:pt x="325543" y="31750"/>
                  </a:lnTo>
                  <a:lnTo>
                    <a:pt x="319065" y="27940"/>
                  </a:lnTo>
                  <a:lnTo>
                    <a:pt x="299060" y="20320"/>
                  </a:lnTo>
                  <a:lnTo>
                    <a:pt x="285327" y="16510"/>
                  </a:lnTo>
                  <a:lnTo>
                    <a:pt x="278376" y="13970"/>
                  </a:lnTo>
                  <a:lnTo>
                    <a:pt x="257213" y="10160"/>
                  </a:lnTo>
                  <a:lnTo>
                    <a:pt x="242932" y="8890"/>
                  </a:lnTo>
                  <a:lnTo>
                    <a:pt x="294959" y="8890"/>
                  </a:lnTo>
                  <a:lnTo>
                    <a:pt x="336362" y="26670"/>
                  </a:lnTo>
                  <a:lnTo>
                    <a:pt x="373624" y="50800"/>
                  </a:lnTo>
                  <a:lnTo>
                    <a:pt x="397991" y="74930"/>
                  </a:lnTo>
                  <a:lnTo>
                    <a:pt x="405311" y="82550"/>
                  </a:lnTo>
                  <a:lnTo>
                    <a:pt x="430209" y="120650"/>
                  </a:lnTo>
                  <a:lnTo>
                    <a:pt x="447358" y="161290"/>
                  </a:lnTo>
                  <a:lnTo>
                    <a:pt x="456101" y="205740"/>
                  </a:lnTo>
                  <a:lnTo>
                    <a:pt x="457199" y="227330"/>
                  </a:lnTo>
                  <a:lnTo>
                    <a:pt x="457016" y="234950"/>
                  </a:lnTo>
                  <a:lnTo>
                    <a:pt x="452807" y="273050"/>
                  </a:lnTo>
                  <a:lnTo>
                    <a:pt x="439798" y="314960"/>
                  </a:lnTo>
                  <a:lnTo>
                    <a:pt x="418673" y="355600"/>
                  </a:lnTo>
                  <a:lnTo>
                    <a:pt x="397991" y="381000"/>
                  </a:lnTo>
                  <a:lnTo>
                    <a:pt x="390244" y="389890"/>
                  </a:lnTo>
                  <a:lnTo>
                    <a:pt x="355603" y="417830"/>
                  </a:lnTo>
                  <a:lnTo>
                    <a:pt x="316080" y="439420"/>
                  </a:lnTo>
                  <a:lnTo>
                    <a:pt x="294959" y="447040"/>
                  </a:lnTo>
                  <a:close/>
                </a:path>
              </a:pathLst>
            </a:custGeom>
            <a:solidFill>
              <a:srgbClr val="FFFAF6">
                <a:alpha val="1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4286" y="6359524"/>
            <a:ext cx="4505325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70" dirty="0">
                <a:solidFill>
                  <a:srgbClr val="DE957C"/>
                </a:solidFill>
                <a:latin typeface="Consolas"/>
                <a:cs typeface="Consolas"/>
              </a:rPr>
              <a:t>Item 01</a:t>
            </a:r>
            <a:r>
              <a:rPr sz="950" b="1" spc="215" dirty="0">
                <a:solidFill>
                  <a:srgbClr val="DE957C"/>
                </a:solidFill>
                <a:latin typeface="Consolas"/>
                <a:cs typeface="Consolas"/>
              </a:rPr>
              <a:t/>
            </a:r>
            <a:r>
              <a:rPr sz="950" b="1" spc="20" dirty="0">
                <a:solidFill>
                  <a:srgbClr val="DE957C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FFFAF6"/>
                </a:solidFill>
                <a:latin typeface="Georgia"/>
                <a:cs typeface="Georgia"/>
              </a:rPr>
              <a:t>Indexação</a:t>
            </a:r>
            <a:endParaRPr sz="2250">
              <a:latin typeface="Georgia"/>
              <a:cs typeface="Georgia"/>
            </a:endParaRPr>
          </a:p>
          <a:p>
            <a:pPr marL="12065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Corpus completo: US$ 0,06 Standard · US$ 0,03 Batch.</a:t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86524" y="5305421"/>
            <a:ext cx="5314950" cy="2686050"/>
            <a:chOff x="6486524" y="5305421"/>
            <a:chExt cx="5314950" cy="2686050"/>
          </a:xfrm>
        </p:grpSpPr>
        <p:sp>
          <p:nvSpPr>
            <p:cNvPr id="12" name="object 12"/>
            <p:cNvSpPr/>
            <p:nvPr/>
          </p:nvSpPr>
          <p:spPr>
            <a:xfrm>
              <a:off x="6486524" y="5305421"/>
              <a:ext cx="5314950" cy="2686050"/>
            </a:xfrm>
            <a:custGeom>
              <a:avLst/>
              <a:gdLst/>
              <a:ahLst/>
              <a:cxnLst/>
              <a:rect l="l" t="t" r="r" b="b"/>
              <a:pathLst>
                <a:path w="5314950" h="2686050">
                  <a:moveTo>
                    <a:pt x="5162549" y="2686049"/>
                  </a:moveTo>
                  <a:lnTo>
                    <a:pt x="152399" y="2686049"/>
                  </a:lnTo>
                  <a:lnTo>
                    <a:pt x="137386" y="2685324"/>
                  </a:lnTo>
                  <a:lnTo>
                    <a:pt x="94078" y="2674447"/>
                  </a:lnTo>
                  <a:lnTo>
                    <a:pt x="55764" y="2651514"/>
                  </a:lnTo>
                  <a:lnTo>
                    <a:pt x="25659" y="2618333"/>
                  </a:lnTo>
                  <a:lnTo>
                    <a:pt x="6524" y="2577822"/>
                  </a:lnTo>
                  <a:lnTo>
                    <a:pt x="0" y="2533649"/>
                  </a:lnTo>
                  <a:lnTo>
                    <a:pt x="0" y="152399"/>
                  </a:lnTo>
                  <a:lnTo>
                    <a:pt x="6524" y="108225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162549" y="0"/>
                  </a:lnTo>
                  <a:lnTo>
                    <a:pt x="5206721" y="6525"/>
                  </a:lnTo>
                  <a:lnTo>
                    <a:pt x="5247233" y="25659"/>
                  </a:lnTo>
                  <a:lnTo>
                    <a:pt x="5280415" y="55764"/>
                  </a:lnTo>
                  <a:lnTo>
                    <a:pt x="5303347" y="94078"/>
                  </a:lnTo>
                  <a:lnTo>
                    <a:pt x="5314224" y="137386"/>
                  </a:lnTo>
                  <a:lnTo>
                    <a:pt x="5314949" y="152399"/>
                  </a:lnTo>
                  <a:lnTo>
                    <a:pt x="5314949" y="2533649"/>
                  </a:lnTo>
                  <a:lnTo>
                    <a:pt x="5308423" y="2577822"/>
                  </a:lnTo>
                  <a:lnTo>
                    <a:pt x="5289288" y="2618333"/>
                  </a:lnTo>
                  <a:lnTo>
                    <a:pt x="5259183" y="2651514"/>
                  </a:lnTo>
                  <a:lnTo>
                    <a:pt x="5220869" y="2674447"/>
                  </a:lnTo>
                  <a:lnTo>
                    <a:pt x="5177561" y="2685324"/>
                  </a:lnTo>
                  <a:lnTo>
                    <a:pt x="5162549" y="2686049"/>
                  </a:lnTo>
                  <a:close/>
                </a:path>
              </a:pathLst>
            </a:custGeom>
            <a:solidFill>
              <a:srgbClr val="FFFAF6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86524" y="5305424"/>
              <a:ext cx="5314950" cy="2686050"/>
            </a:xfrm>
            <a:custGeom>
              <a:avLst/>
              <a:gdLst/>
              <a:ahLst/>
              <a:cxnLst/>
              <a:rect l="l" t="t" r="r" b="b"/>
              <a:pathLst>
                <a:path w="5314950" h="2686050">
                  <a:moveTo>
                    <a:pt x="5162549" y="2686049"/>
                  </a:moveTo>
                  <a:lnTo>
                    <a:pt x="152399" y="2686049"/>
                  </a:lnTo>
                  <a:lnTo>
                    <a:pt x="137386" y="2685324"/>
                  </a:lnTo>
                  <a:lnTo>
                    <a:pt x="94078" y="2674447"/>
                  </a:lnTo>
                  <a:lnTo>
                    <a:pt x="55764" y="2651514"/>
                  </a:lnTo>
                  <a:lnTo>
                    <a:pt x="25659" y="2618333"/>
                  </a:lnTo>
                  <a:lnTo>
                    <a:pt x="6524" y="2577822"/>
                  </a:lnTo>
                  <a:lnTo>
                    <a:pt x="0" y="2533649"/>
                  </a:lnTo>
                  <a:lnTo>
                    <a:pt x="0" y="152399"/>
                  </a:lnTo>
                  <a:lnTo>
                    <a:pt x="6524" y="108225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162549" y="0"/>
                  </a:lnTo>
                  <a:lnTo>
                    <a:pt x="5177562" y="725"/>
                  </a:lnTo>
                  <a:lnTo>
                    <a:pt x="5192286" y="2900"/>
                  </a:lnTo>
                  <a:lnTo>
                    <a:pt x="5206722" y="6525"/>
                  </a:lnTo>
                  <a:lnTo>
                    <a:pt x="521508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1"/>
                  </a:lnTo>
                  <a:lnTo>
                    <a:pt x="17873" y="104274"/>
                  </a:lnTo>
                  <a:lnTo>
                    <a:pt x="10335" y="137386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533649"/>
                  </a:lnTo>
                  <a:lnTo>
                    <a:pt x="15675" y="2575124"/>
                  </a:lnTo>
                  <a:lnTo>
                    <a:pt x="33603" y="2613026"/>
                  </a:lnTo>
                  <a:lnTo>
                    <a:pt x="61759" y="2644094"/>
                  </a:lnTo>
                  <a:lnTo>
                    <a:pt x="97723" y="2665648"/>
                  </a:lnTo>
                  <a:lnTo>
                    <a:pt x="138395" y="2675838"/>
                  </a:lnTo>
                  <a:lnTo>
                    <a:pt x="152399" y="2676524"/>
                  </a:lnTo>
                  <a:lnTo>
                    <a:pt x="5215079" y="2676524"/>
                  </a:lnTo>
                  <a:lnTo>
                    <a:pt x="5206722" y="2679523"/>
                  </a:lnTo>
                  <a:lnTo>
                    <a:pt x="5192286" y="2683148"/>
                  </a:lnTo>
                  <a:lnTo>
                    <a:pt x="5177562" y="2685324"/>
                  </a:lnTo>
                  <a:lnTo>
                    <a:pt x="5162549" y="2686049"/>
                  </a:lnTo>
                  <a:close/>
                </a:path>
                <a:path w="5314950" h="2686050">
                  <a:moveTo>
                    <a:pt x="5215079" y="2676524"/>
                  </a:moveTo>
                  <a:lnTo>
                    <a:pt x="5162549" y="2676524"/>
                  </a:lnTo>
                  <a:lnTo>
                    <a:pt x="5169568" y="2676353"/>
                  </a:lnTo>
                  <a:lnTo>
                    <a:pt x="5176553" y="2675838"/>
                  </a:lnTo>
                  <a:lnTo>
                    <a:pt x="5217224" y="2665648"/>
                  </a:lnTo>
                  <a:lnTo>
                    <a:pt x="5253188" y="2644094"/>
                  </a:lnTo>
                  <a:lnTo>
                    <a:pt x="5281345" y="2613026"/>
                  </a:lnTo>
                  <a:lnTo>
                    <a:pt x="5299273" y="2575124"/>
                  </a:lnTo>
                  <a:lnTo>
                    <a:pt x="5305424" y="2533649"/>
                  </a:lnTo>
                  <a:lnTo>
                    <a:pt x="5305424" y="152399"/>
                  </a:lnTo>
                  <a:lnTo>
                    <a:pt x="5299273" y="110924"/>
                  </a:lnTo>
                  <a:lnTo>
                    <a:pt x="5281345" y="73022"/>
                  </a:lnTo>
                  <a:lnTo>
                    <a:pt x="5253188" y="41954"/>
                  </a:lnTo>
                  <a:lnTo>
                    <a:pt x="5217224" y="20400"/>
                  </a:lnTo>
                  <a:lnTo>
                    <a:pt x="5176553" y="10211"/>
                  </a:lnTo>
                  <a:lnTo>
                    <a:pt x="5162549" y="9524"/>
                  </a:lnTo>
                  <a:lnTo>
                    <a:pt x="5215083" y="9524"/>
                  </a:lnTo>
                  <a:lnTo>
                    <a:pt x="5259183" y="34533"/>
                  </a:lnTo>
                  <a:lnTo>
                    <a:pt x="5289288" y="67714"/>
                  </a:lnTo>
                  <a:lnTo>
                    <a:pt x="5308423" y="108225"/>
                  </a:lnTo>
                  <a:lnTo>
                    <a:pt x="5314949" y="152399"/>
                  </a:lnTo>
                  <a:lnTo>
                    <a:pt x="5314949" y="2533649"/>
                  </a:lnTo>
                  <a:lnTo>
                    <a:pt x="5314273" y="2547653"/>
                  </a:lnTo>
                  <a:lnTo>
                    <a:pt x="5303347" y="2591969"/>
                  </a:lnTo>
                  <a:lnTo>
                    <a:pt x="5280415" y="2630283"/>
                  </a:lnTo>
                  <a:lnTo>
                    <a:pt x="5247233" y="2660388"/>
                  </a:lnTo>
                  <a:lnTo>
                    <a:pt x="5220869" y="2674447"/>
                  </a:lnTo>
                  <a:lnTo>
                    <a:pt x="5215079" y="2676524"/>
                  </a:lnTo>
                  <a:close/>
                </a:path>
              </a:pathLst>
            </a:custGeom>
            <a:solidFill>
              <a:srgbClr val="FFFAF6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15399" y="56006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4001" y="452806"/>
                  </a:lnTo>
                  <a:lnTo>
                    <a:pt x="141117" y="439798"/>
                  </a:lnTo>
                  <a:lnTo>
                    <a:pt x="101595" y="418673"/>
                  </a:lnTo>
                  <a:lnTo>
                    <a:pt x="66954" y="390244"/>
                  </a:lnTo>
                  <a:lnTo>
                    <a:pt x="38524" y="355603"/>
                  </a:lnTo>
                  <a:lnTo>
                    <a:pt x="17400" y="316080"/>
                  </a:lnTo>
                  <a:lnTo>
                    <a:pt x="4391" y="273197"/>
                  </a:lnTo>
                  <a:lnTo>
                    <a:pt x="0" y="228599"/>
                  </a:lnTo>
                  <a:lnTo>
                    <a:pt x="274" y="217369"/>
                  </a:lnTo>
                  <a:lnTo>
                    <a:pt x="6851" y="173040"/>
                  </a:lnTo>
                  <a:lnTo>
                    <a:pt x="21951" y="130847"/>
                  </a:lnTo>
                  <a:lnTo>
                    <a:pt x="44992" y="92410"/>
                  </a:lnTo>
                  <a:lnTo>
                    <a:pt x="75090" y="59207"/>
                  </a:lnTo>
                  <a:lnTo>
                    <a:pt x="111085" y="32514"/>
                  </a:lnTo>
                  <a:lnTo>
                    <a:pt x="151597" y="13356"/>
                  </a:lnTo>
                  <a:lnTo>
                    <a:pt x="195069" y="2470"/>
                  </a:lnTo>
                  <a:lnTo>
                    <a:pt x="228599" y="0"/>
                  </a:lnTo>
                  <a:lnTo>
                    <a:pt x="239830" y="274"/>
                  </a:lnTo>
                  <a:lnTo>
                    <a:pt x="284158" y="6852"/>
                  </a:lnTo>
                  <a:lnTo>
                    <a:pt x="326351" y="21952"/>
                  </a:lnTo>
                  <a:lnTo>
                    <a:pt x="364788" y="44993"/>
                  </a:lnTo>
                  <a:lnTo>
                    <a:pt x="397991" y="75090"/>
                  </a:lnTo>
                  <a:lnTo>
                    <a:pt x="424684" y="111086"/>
                  </a:lnTo>
                  <a:lnTo>
                    <a:pt x="443842" y="151598"/>
                  </a:lnTo>
                  <a:lnTo>
                    <a:pt x="454728" y="195070"/>
                  </a:lnTo>
                  <a:lnTo>
                    <a:pt x="457199" y="228599"/>
                  </a:lnTo>
                  <a:lnTo>
                    <a:pt x="456925" y="239830"/>
                  </a:lnTo>
                  <a:lnTo>
                    <a:pt x="450346" y="284158"/>
                  </a:lnTo>
                  <a:lnTo>
                    <a:pt x="435246" y="326351"/>
                  </a:lnTo>
                  <a:lnTo>
                    <a:pt x="412205" y="364788"/>
                  </a:lnTo>
                  <a:lnTo>
                    <a:pt x="382109" y="397991"/>
                  </a:lnTo>
                  <a:lnTo>
                    <a:pt x="346112" y="424684"/>
                  </a:lnTo>
                  <a:lnTo>
                    <a:pt x="305599" y="443842"/>
                  </a:lnTo>
                  <a:lnTo>
                    <a:pt x="262129" y="454728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FFFAF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5399" y="5600696"/>
              <a:ext cx="457199" cy="457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915399" y="5600700"/>
              <a:ext cx="457200" cy="455930"/>
            </a:xfrm>
            <a:custGeom>
              <a:avLst/>
              <a:gdLst/>
              <a:ahLst/>
              <a:cxnLst/>
              <a:rect l="l" t="t" r="r" b="b"/>
              <a:pathLst>
                <a:path w="457200" h="455929">
                  <a:moveTo>
                    <a:pt x="251006" y="455930"/>
                  </a:moveTo>
                  <a:lnTo>
                    <a:pt x="206192" y="455930"/>
                  </a:lnTo>
                  <a:lnTo>
                    <a:pt x="195069" y="454660"/>
                  </a:lnTo>
                  <a:lnTo>
                    <a:pt x="141117" y="439420"/>
                  </a:lnTo>
                  <a:lnTo>
                    <a:pt x="101595" y="417830"/>
                  </a:lnTo>
                  <a:lnTo>
                    <a:pt x="66954" y="389890"/>
                  </a:lnTo>
                  <a:lnTo>
                    <a:pt x="59207" y="381000"/>
                  </a:lnTo>
                  <a:lnTo>
                    <a:pt x="51886" y="373380"/>
                  </a:lnTo>
                  <a:lnTo>
                    <a:pt x="26989" y="335280"/>
                  </a:lnTo>
                  <a:lnTo>
                    <a:pt x="9840" y="294640"/>
                  </a:lnTo>
                  <a:lnTo>
                    <a:pt x="1097" y="250190"/>
                  </a:lnTo>
                  <a:lnTo>
                    <a:pt x="0" y="227330"/>
                  </a:lnTo>
                  <a:lnTo>
                    <a:pt x="171" y="220980"/>
                  </a:lnTo>
                  <a:lnTo>
                    <a:pt x="274" y="217170"/>
                  </a:lnTo>
                  <a:lnTo>
                    <a:pt x="6851" y="172720"/>
                  </a:lnTo>
                  <a:lnTo>
                    <a:pt x="21951" y="130810"/>
                  </a:lnTo>
                  <a:lnTo>
                    <a:pt x="44992" y="91440"/>
                  </a:lnTo>
                  <a:lnTo>
                    <a:pt x="59207" y="74930"/>
                  </a:lnTo>
                  <a:lnTo>
                    <a:pt x="66954" y="66040"/>
                  </a:lnTo>
                  <a:lnTo>
                    <a:pt x="101595" y="38100"/>
                  </a:lnTo>
                  <a:lnTo>
                    <a:pt x="141117" y="16510"/>
                  </a:lnTo>
                  <a:lnTo>
                    <a:pt x="195069" y="1270"/>
                  </a:lnTo>
                  <a:lnTo>
                    <a:pt x="206192" y="0"/>
                  </a:lnTo>
                  <a:lnTo>
                    <a:pt x="251006" y="0"/>
                  </a:lnTo>
                  <a:lnTo>
                    <a:pt x="262129" y="1270"/>
                  </a:lnTo>
                  <a:lnTo>
                    <a:pt x="294959" y="8890"/>
                  </a:lnTo>
                  <a:lnTo>
                    <a:pt x="214267" y="8890"/>
                  </a:lnTo>
                  <a:lnTo>
                    <a:pt x="199986" y="10160"/>
                  </a:lnTo>
                  <a:lnTo>
                    <a:pt x="178823" y="13970"/>
                  </a:lnTo>
                  <a:lnTo>
                    <a:pt x="171871" y="16510"/>
                  </a:lnTo>
                  <a:lnTo>
                    <a:pt x="158139" y="20320"/>
                  </a:lnTo>
                  <a:lnTo>
                    <a:pt x="138134" y="27940"/>
                  </a:lnTo>
                  <a:lnTo>
                    <a:pt x="131656" y="31750"/>
                  </a:lnTo>
                  <a:lnTo>
                    <a:pt x="119000" y="38100"/>
                  </a:lnTo>
                  <a:lnTo>
                    <a:pt x="112854" y="41910"/>
                  </a:lnTo>
                  <a:lnTo>
                    <a:pt x="100922" y="49530"/>
                  </a:lnTo>
                  <a:lnTo>
                    <a:pt x="95166" y="54610"/>
                  </a:lnTo>
                  <a:lnTo>
                    <a:pt x="84073" y="63500"/>
                  </a:lnTo>
                  <a:lnTo>
                    <a:pt x="54700" y="93980"/>
                  </a:lnTo>
                  <a:lnTo>
                    <a:pt x="50431" y="100330"/>
                  </a:lnTo>
                  <a:lnTo>
                    <a:pt x="42459" y="111760"/>
                  </a:lnTo>
                  <a:lnTo>
                    <a:pt x="23455" y="151130"/>
                  </a:lnTo>
                  <a:lnTo>
                    <a:pt x="12334" y="191770"/>
                  </a:lnTo>
                  <a:lnTo>
                    <a:pt x="9524" y="220980"/>
                  </a:lnTo>
                  <a:lnTo>
                    <a:pt x="9524" y="234950"/>
                  </a:lnTo>
                  <a:lnTo>
                    <a:pt x="15134" y="278130"/>
                  </a:lnTo>
                  <a:lnTo>
                    <a:pt x="28946" y="318770"/>
                  </a:lnTo>
                  <a:lnTo>
                    <a:pt x="50431" y="355600"/>
                  </a:lnTo>
                  <a:lnTo>
                    <a:pt x="54700" y="361950"/>
                  </a:lnTo>
                  <a:lnTo>
                    <a:pt x="84073" y="392430"/>
                  </a:lnTo>
                  <a:lnTo>
                    <a:pt x="95166" y="401320"/>
                  </a:lnTo>
                  <a:lnTo>
                    <a:pt x="100922" y="406400"/>
                  </a:lnTo>
                  <a:lnTo>
                    <a:pt x="112854" y="414020"/>
                  </a:lnTo>
                  <a:lnTo>
                    <a:pt x="119000" y="417830"/>
                  </a:lnTo>
                  <a:lnTo>
                    <a:pt x="131656" y="424180"/>
                  </a:lnTo>
                  <a:lnTo>
                    <a:pt x="138134" y="427990"/>
                  </a:lnTo>
                  <a:lnTo>
                    <a:pt x="158139" y="435610"/>
                  </a:lnTo>
                  <a:lnTo>
                    <a:pt x="171871" y="439420"/>
                  </a:lnTo>
                  <a:lnTo>
                    <a:pt x="178823" y="441960"/>
                  </a:lnTo>
                  <a:lnTo>
                    <a:pt x="199986" y="445770"/>
                  </a:lnTo>
                  <a:lnTo>
                    <a:pt x="214267" y="447040"/>
                  </a:lnTo>
                  <a:lnTo>
                    <a:pt x="294959" y="447040"/>
                  </a:lnTo>
                  <a:lnTo>
                    <a:pt x="262129" y="454660"/>
                  </a:lnTo>
                  <a:lnTo>
                    <a:pt x="251006" y="455930"/>
                  </a:lnTo>
                  <a:close/>
                </a:path>
                <a:path w="457200" h="455929">
                  <a:moveTo>
                    <a:pt x="294959" y="447040"/>
                  </a:moveTo>
                  <a:lnTo>
                    <a:pt x="242932" y="447040"/>
                  </a:lnTo>
                  <a:lnTo>
                    <a:pt x="257213" y="445770"/>
                  </a:lnTo>
                  <a:lnTo>
                    <a:pt x="278376" y="441960"/>
                  </a:lnTo>
                  <a:lnTo>
                    <a:pt x="285327" y="439420"/>
                  </a:lnTo>
                  <a:lnTo>
                    <a:pt x="299059" y="435610"/>
                  </a:lnTo>
                  <a:lnTo>
                    <a:pt x="319064" y="427990"/>
                  </a:lnTo>
                  <a:lnTo>
                    <a:pt x="325543" y="424180"/>
                  </a:lnTo>
                  <a:lnTo>
                    <a:pt x="338198" y="417830"/>
                  </a:lnTo>
                  <a:lnTo>
                    <a:pt x="344345" y="414020"/>
                  </a:lnTo>
                  <a:lnTo>
                    <a:pt x="356277" y="406400"/>
                  </a:lnTo>
                  <a:lnTo>
                    <a:pt x="362033" y="401320"/>
                  </a:lnTo>
                  <a:lnTo>
                    <a:pt x="373125" y="392430"/>
                  </a:lnTo>
                  <a:lnTo>
                    <a:pt x="402498" y="361950"/>
                  </a:lnTo>
                  <a:lnTo>
                    <a:pt x="406767" y="355600"/>
                  </a:lnTo>
                  <a:lnTo>
                    <a:pt x="414740" y="344170"/>
                  </a:lnTo>
                  <a:lnTo>
                    <a:pt x="433744" y="304800"/>
                  </a:lnTo>
                  <a:lnTo>
                    <a:pt x="444865" y="264160"/>
                  </a:lnTo>
                  <a:lnTo>
                    <a:pt x="447674" y="234950"/>
                  </a:lnTo>
                  <a:lnTo>
                    <a:pt x="447674" y="220980"/>
                  </a:lnTo>
                  <a:lnTo>
                    <a:pt x="442065" y="177800"/>
                  </a:lnTo>
                  <a:lnTo>
                    <a:pt x="428252" y="137160"/>
                  </a:lnTo>
                  <a:lnTo>
                    <a:pt x="406767" y="100330"/>
                  </a:lnTo>
                  <a:lnTo>
                    <a:pt x="402498" y="93980"/>
                  </a:lnTo>
                  <a:lnTo>
                    <a:pt x="373125" y="63500"/>
                  </a:lnTo>
                  <a:lnTo>
                    <a:pt x="362033" y="54610"/>
                  </a:lnTo>
                  <a:lnTo>
                    <a:pt x="356277" y="49530"/>
                  </a:lnTo>
                  <a:lnTo>
                    <a:pt x="344345" y="41910"/>
                  </a:lnTo>
                  <a:lnTo>
                    <a:pt x="338198" y="38100"/>
                  </a:lnTo>
                  <a:lnTo>
                    <a:pt x="325543" y="31750"/>
                  </a:lnTo>
                  <a:lnTo>
                    <a:pt x="319064" y="27940"/>
                  </a:lnTo>
                  <a:lnTo>
                    <a:pt x="299059" y="20320"/>
                  </a:lnTo>
                  <a:lnTo>
                    <a:pt x="285327" y="16510"/>
                  </a:lnTo>
                  <a:lnTo>
                    <a:pt x="278376" y="13970"/>
                  </a:lnTo>
                  <a:lnTo>
                    <a:pt x="257213" y="10160"/>
                  </a:lnTo>
                  <a:lnTo>
                    <a:pt x="242932" y="8890"/>
                  </a:lnTo>
                  <a:lnTo>
                    <a:pt x="294959" y="8890"/>
                  </a:lnTo>
                  <a:lnTo>
                    <a:pt x="336362" y="26670"/>
                  </a:lnTo>
                  <a:lnTo>
                    <a:pt x="373623" y="50800"/>
                  </a:lnTo>
                  <a:lnTo>
                    <a:pt x="397991" y="74930"/>
                  </a:lnTo>
                  <a:lnTo>
                    <a:pt x="405311" y="82550"/>
                  </a:lnTo>
                  <a:lnTo>
                    <a:pt x="430208" y="120650"/>
                  </a:lnTo>
                  <a:lnTo>
                    <a:pt x="447358" y="161290"/>
                  </a:lnTo>
                  <a:lnTo>
                    <a:pt x="456101" y="205740"/>
                  </a:lnTo>
                  <a:lnTo>
                    <a:pt x="457199" y="227330"/>
                  </a:lnTo>
                  <a:lnTo>
                    <a:pt x="457016" y="234950"/>
                  </a:lnTo>
                  <a:lnTo>
                    <a:pt x="452807" y="273050"/>
                  </a:lnTo>
                  <a:lnTo>
                    <a:pt x="439798" y="314960"/>
                  </a:lnTo>
                  <a:lnTo>
                    <a:pt x="418673" y="355600"/>
                  </a:lnTo>
                  <a:lnTo>
                    <a:pt x="397991" y="381000"/>
                  </a:lnTo>
                  <a:lnTo>
                    <a:pt x="390244" y="389890"/>
                  </a:lnTo>
                  <a:lnTo>
                    <a:pt x="355603" y="417830"/>
                  </a:lnTo>
                  <a:lnTo>
                    <a:pt x="316080" y="439420"/>
                  </a:lnTo>
                  <a:lnTo>
                    <a:pt x="294959" y="447040"/>
                  </a:lnTo>
                  <a:close/>
                </a:path>
              </a:pathLst>
            </a:custGeom>
            <a:solidFill>
              <a:srgbClr val="FFFAF6">
                <a:alpha val="1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04397" y="6359524"/>
            <a:ext cx="4279265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70" dirty="0">
                <a:solidFill>
                  <a:srgbClr val="DE957C"/>
                </a:solidFill>
                <a:latin typeface="Consolas"/>
                <a:cs typeface="Consolas"/>
              </a:rPr>
              <a:t>Item 02</a:t>
            </a:r>
            <a:r>
              <a:rPr sz="950" b="1" spc="215" dirty="0">
                <a:solidFill>
                  <a:srgbClr val="DE957C"/>
                </a:solidFill>
                <a:latin typeface="Consolas"/>
                <a:cs typeface="Consolas"/>
              </a:rPr>
              <a:t/>
            </a:r>
            <a:r>
              <a:rPr sz="950" b="1" spc="20" dirty="0">
                <a:solidFill>
                  <a:srgbClr val="DE957C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FFFAF6"/>
                </a:solidFill>
                <a:latin typeface="Georgia"/>
                <a:cs typeface="Georgia"/>
              </a:rPr>
              <a:t>Consulta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US$ 0,0000006 por chamada. 100 k/mês = US$ 0,06.</a:t>
            </a:r>
            <a:r>
              <a:rPr sz="1650" spc="-4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030073" y="5305421"/>
            <a:ext cx="5305425" cy="2686050"/>
            <a:chOff x="12030073" y="5305421"/>
            <a:chExt cx="5305425" cy="2686050"/>
          </a:xfrm>
        </p:grpSpPr>
        <p:sp>
          <p:nvSpPr>
            <p:cNvPr id="19" name="object 19"/>
            <p:cNvSpPr/>
            <p:nvPr/>
          </p:nvSpPr>
          <p:spPr>
            <a:xfrm>
              <a:off x="12030073" y="5305421"/>
              <a:ext cx="5305425" cy="2686050"/>
            </a:xfrm>
            <a:custGeom>
              <a:avLst/>
              <a:gdLst/>
              <a:ahLst/>
              <a:cxnLst/>
              <a:rect l="l" t="t" r="r" b="b"/>
              <a:pathLst>
                <a:path w="5305425" h="2686050">
                  <a:moveTo>
                    <a:pt x="5153024" y="2686049"/>
                  </a:moveTo>
                  <a:lnTo>
                    <a:pt x="152399" y="2686049"/>
                  </a:lnTo>
                  <a:lnTo>
                    <a:pt x="137386" y="2685324"/>
                  </a:lnTo>
                  <a:lnTo>
                    <a:pt x="94078" y="2674447"/>
                  </a:lnTo>
                  <a:lnTo>
                    <a:pt x="55764" y="2651514"/>
                  </a:lnTo>
                  <a:lnTo>
                    <a:pt x="25659" y="2618333"/>
                  </a:lnTo>
                  <a:lnTo>
                    <a:pt x="6525" y="2577822"/>
                  </a:lnTo>
                  <a:lnTo>
                    <a:pt x="0" y="2533649"/>
                  </a:lnTo>
                  <a:lnTo>
                    <a:pt x="0" y="152399"/>
                  </a:lnTo>
                  <a:lnTo>
                    <a:pt x="6525" y="108225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153024" y="0"/>
                  </a:lnTo>
                  <a:lnTo>
                    <a:pt x="5197196" y="6525"/>
                  </a:lnTo>
                  <a:lnTo>
                    <a:pt x="5237707" y="25659"/>
                  </a:lnTo>
                  <a:lnTo>
                    <a:pt x="5270888" y="55764"/>
                  </a:lnTo>
                  <a:lnTo>
                    <a:pt x="5293822" y="94078"/>
                  </a:lnTo>
                  <a:lnTo>
                    <a:pt x="5304698" y="137386"/>
                  </a:lnTo>
                  <a:lnTo>
                    <a:pt x="5305424" y="152399"/>
                  </a:lnTo>
                  <a:lnTo>
                    <a:pt x="5305424" y="2533649"/>
                  </a:lnTo>
                  <a:lnTo>
                    <a:pt x="5298897" y="2577822"/>
                  </a:lnTo>
                  <a:lnTo>
                    <a:pt x="5279762" y="2618333"/>
                  </a:lnTo>
                  <a:lnTo>
                    <a:pt x="5249657" y="2651514"/>
                  </a:lnTo>
                  <a:lnTo>
                    <a:pt x="5211344" y="2674447"/>
                  </a:lnTo>
                  <a:lnTo>
                    <a:pt x="5168036" y="2685324"/>
                  </a:lnTo>
                  <a:lnTo>
                    <a:pt x="5153024" y="2686049"/>
                  </a:lnTo>
                  <a:close/>
                </a:path>
              </a:pathLst>
            </a:custGeom>
            <a:solidFill>
              <a:srgbClr val="FFFAF6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30073" y="5305424"/>
              <a:ext cx="5305425" cy="2686050"/>
            </a:xfrm>
            <a:custGeom>
              <a:avLst/>
              <a:gdLst/>
              <a:ahLst/>
              <a:cxnLst/>
              <a:rect l="l" t="t" r="r" b="b"/>
              <a:pathLst>
                <a:path w="5305425" h="2686050">
                  <a:moveTo>
                    <a:pt x="5153024" y="2686049"/>
                  </a:moveTo>
                  <a:lnTo>
                    <a:pt x="152399" y="2686049"/>
                  </a:lnTo>
                  <a:lnTo>
                    <a:pt x="137386" y="2685324"/>
                  </a:lnTo>
                  <a:lnTo>
                    <a:pt x="94078" y="2674447"/>
                  </a:lnTo>
                  <a:lnTo>
                    <a:pt x="55764" y="2651514"/>
                  </a:lnTo>
                  <a:lnTo>
                    <a:pt x="25659" y="2618333"/>
                  </a:lnTo>
                  <a:lnTo>
                    <a:pt x="6525" y="2577822"/>
                  </a:lnTo>
                  <a:lnTo>
                    <a:pt x="0" y="2533649"/>
                  </a:lnTo>
                  <a:lnTo>
                    <a:pt x="0" y="152399"/>
                  </a:lnTo>
                  <a:lnTo>
                    <a:pt x="6525" y="108225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153024" y="0"/>
                  </a:lnTo>
                  <a:lnTo>
                    <a:pt x="5168036" y="725"/>
                  </a:lnTo>
                  <a:lnTo>
                    <a:pt x="5182760" y="2900"/>
                  </a:lnTo>
                  <a:lnTo>
                    <a:pt x="5197196" y="6525"/>
                  </a:lnTo>
                  <a:lnTo>
                    <a:pt x="5205558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1"/>
                  </a:lnTo>
                  <a:lnTo>
                    <a:pt x="17872" y="104274"/>
                  </a:lnTo>
                  <a:lnTo>
                    <a:pt x="10335" y="137386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533649"/>
                  </a:lnTo>
                  <a:lnTo>
                    <a:pt x="15675" y="2575124"/>
                  </a:lnTo>
                  <a:lnTo>
                    <a:pt x="33603" y="2613026"/>
                  </a:lnTo>
                  <a:lnTo>
                    <a:pt x="61759" y="2644094"/>
                  </a:lnTo>
                  <a:lnTo>
                    <a:pt x="97723" y="2665648"/>
                  </a:lnTo>
                  <a:lnTo>
                    <a:pt x="138395" y="2675838"/>
                  </a:lnTo>
                  <a:lnTo>
                    <a:pt x="152399" y="2676524"/>
                  </a:lnTo>
                  <a:lnTo>
                    <a:pt x="5205554" y="2676524"/>
                  </a:lnTo>
                  <a:lnTo>
                    <a:pt x="5197196" y="2679523"/>
                  </a:lnTo>
                  <a:lnTo>
                    <a:pt x="5182760" y="2683148"/>
                  </a:lnTo>
                  <a:lnTo>
                    <a:pt x="5168036" y="2685324"/>
                  </a:lnTo>
                  <a:lnTo>
                    <a:pt x="5153024" y="2686049"/>
                  </a:lnTo>
                  <a:close/>
                </a:path>
                <a:path w="5305425" h="2686050">
                  <a:moveTo>
                    <a:pt x="5205554" y="2676524"/>
                  </a:moveTo>
                  <a:lnTo>
                    <a:pt x="5153024" y="2676524"/>
                  </a:lnTo>
                  <a:lnTo>
                    <a:pt x="5160043" y="2676353"/>
                  </a:lnTo>
                  <a:lnTo>
                    <a:pt x="5167028" y="2675838"/>
                  </a:lnTo>
                  <a:lnTo>
                    <a:pt x="5207699" y="2665648"/>
                  </a:lnTo>
                  <a:lnTo>
                    <a:pt x="5243664" y="2644094"/>
                  </a:lnTo>
                  <a:lnTo>
                    <a:pt x="5271820" y="2613026"/>
                  </a:lnTo>
                  <a:lnTo>
                    <a:pt x="5289748" y="2575124"/>
                  </a:lnTo>
                  <a:lnTo>
                    <a:pt x="5295088" y="2548662"/>
                  </a:lnTo>
                  <a:lnTo>
                    <a:pt x="5295213" y="2547653"/>
                  </a:lnTo>
                  <a:lnTo>
                    <a:pt x="5295727" y="2540668"/>
                  </a:lnTo>
                  <a:lnTo>
                    <a:pt x="5295899" y="2533649"/>
                  </a:lnTo>
                  <a:lnTo>
                    <a:pt x="5295899" y="152399"/>
                  </a:lnTo>
                  <a:lnTo>
                    <a:pt x="5289748" y="110924"/>
                  </a:lnTo>
                  <a:lnTo>
                    <a:pt x="5271820" y="73022"/>
                  </a:lnTo>
                  <a:lnTo>
                    <a:pt x="5243664" y="41954"/>
                  </a:lnTo>
                  <a:lnTo>
                    <a:pt x="5207699" y="20400"/>
                  </a:lnTo>
                  <a:lnTo>
                    <a:pt x="5167028" y="10211"/>
                  </a:lnTo>
                  <a:lnTo>
                    <a:pt x="5153024" y="9524"/>
                  </a:lnTo>
                  <a:lnTo>
                    <a:pt x="5205558" y="9524"/>
                  </a:lnTo>
                  <a:lnTo>
                    <a:pt x="5249657" y="34533"/>
                  </a:lnTo>
                  <a:lnTo>
                    <a:pt x="5279762" y="67714"/>
                  </a:lnTo>
                  <a:lnTo>
                    <a:pt x="5298898" y="108225"/>
                  </a:lnTo>
                  <a:lnTo>
                    <a:pt x="5305424" y="152399"/>
                  </a:lnTo>
                  <a:lnTo>
                    <a:pt x="5305424" y="2533649"/>
                  </a:lnTo>
                  <a:lnTo>
                    <a:pt x="5304747" y="2547653"/>
                  </a:lnTo>
                  <a:lnTo>
                    <a:pt x="5293822" y="2591969"/>
                  </a:lnTo>
                  <a:lnTo>
                    <a:pt x="5270889" y="2630283"/>
                  </a:lnTo>
                  <a:lnTo>
                    <a:pt x="5237707" y="2660388"/>
                  </a:lnTo>
                  <a:lnTo>
                    <a:pt x="5211344" y="2674447"/>
                  </a:lnTo>
                  <a:lnTo>
                    <a:pt x="5205554" y="2676524"/>
                  </a:lnTo>
                  <a:close/>
                </a:path>
              </a:pathLst>
            </a:custGeom>
            <a:solidFill>
              <a:srgbClr val="FFFAF6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49423" y="56006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4002" y="452806"/>
                  </a:lnTo>
                  <a:lnTo>
                    <a:pt x="141117" y="439798"/>
                  </a:lnTo>
                  <a:lnTo>
                    <a:pt x="101595" y="418673"/>
                  </a:lnTo>
                  <a:lnTo>
                    <a:pt x="66954" y="390244"/>
                  </a:lnTo>
                  <a:lnTo>
                    <a:pt x="38522" y="355603"/>
                  </a:lnTo>
                  <a:lnTo>
                    <a:pt x="17399" y="316080"/>
                  </a:lnTo>
                  <a:lnTo>
                    <a:pt x="4390" y="273197"/>
                  </a:lnTo>
                  <a:lnTo>
                    <a:pt x="0" y="228599"/>
                  </a:lnTo>
                  <a:lnTo>
                    <a:pt x="273" y="217369"/>
                  </a:lnTo>
                  <a:lnTo>
                    <a:pt x="6850" y="173040"/>
                  </a:lnTo>
                  <a:lnTo>
                    <a:pt x="21950" y="130847"/>
                  </a:lnTo>
                  <a:lnTo>
                    <a:pt x="44990" y="92410"/>
                  </a:lnTo>
                  <a:lnTo>
                    <a:pt x="75089" y="59207"/>
                  </a:lnTo>
                  <a:lnTo>
                    <a:pt x="111085" y="32514"/>
                  </a:lnTo>
                  <a:lnTo>
                    <a:pt x="151597" y="13356"/>
                  </a:lnTo>
                  <a:lnTo>
                    <a:pt x="195070" y="2470"/>
                  </a:lnTo>
                  <a:lnTo>
                    <a:pt x="228599" y="0"/>
                  </a:lnTo>
                  <a:lnTo>
                    <a:pt x="239830" y="274"/>
                  </a:lnTo>
                  <a:lnTo>
                    <a:pt x="284157" y="6852"/>
                  </a:lnTo>
                  <a:lnTo>
                    <a:pt x="326351" y="21952"/>
                  </a:lnTo>
                  <a:lnTo>
                    <a:pt x="364786" y="44993"/>
                  </a:lnTo>
                  <a:lnTo>
                    <a:pt x="397990" y="75090"/>
                  </a:lnTo>
                  <a:lnTo>
                    <a:pt x="424682" y="111086"/>
                  </a:lnTo>
                  <a:lnTo>
                    <a:pt x="443841" y="151598"/>
                  </a:lnTo>
                  <a:lnTo>
                    <a:pt x="454727" y="195070"/>
                  </a:lnTo>
                  <a:lnTo>
                    <a:pt x="457199" y="228599"/>
                  </a:lnTo>
                  <a:lnTo>
                    <a:pt x="456924" y="239830"/>
                  </a:lnTo>
                  <a:lnTo>
                    <a:pt x="450345" y="284158"/>
                  </a:lnTo>
                  <a:lnTo>
                    <a:pt x="435245" y="326351"/>
                  </a:lnTo>
                  <a:lnTo>
                    <a:pt x="412203" y="364788"/>
                  </a:lnTo>
                  <a:lnTo>
                    <a:pt x="382107" y="397991"/>
                  </a:lnTo>
                  <a:lnTo>
                    <a:pt x="346111" y="424684"/>
                  </a:lnTo>
                  <a:lnTo>
                    <a:pt x="305600" y="443842"/>
                  </a:lnTo>
                  <a:lnTo>
                    <a:pt x="262128" y="454728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FFFAF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49423" y="5600696"/>
              <a:ext cx="457199" cy="4571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449423" y="5600700"/>
              <a:ext cx="457200" cy="455930"/>
            </a:xfrm>
            <a:custGeom>
              <a:avLst/>
              <a:gdLst/>
              <a:ahLst/>
              <a:cxnLst/>
              <a:rect l="l" t="t" r="r" b="b"/>
              <a:pathLst>
                <a:path w="457200" h="455929">
                  <a:moveTo>
                    <a:pt x="251006" y="455930"/>
                  </a:moveTo>
                  <a:lnTo>
                    <a:pt x="206192" y="455930"/>
                  </a:lnTo>
                  <a:lnTo>
                    <a:pt x="195070" y="454660"/>
                  </a:lnTo>
                  <a:lnTo>
                    <a:pt x="141117" y="439420"/>
                  </a:lnTo>
                  <a:lnTo>
                    <a:pt x="101595" y="417830"/>
                  </a:lnTo>
                  <a:lnTo>
                    <a:pt x="66954" y="389890"/>
                  </a:lnTo>
                  <a:lnTo>
                    <a:pt x="59206" y="381000"/>
                  </a:lnTo>
                  <a:lnTo>
                    <a:pt x="51884" y="373380"/>
                  </a:lnTo>
                  <a:lnTo>
                    <a:pt x="26987" y="335280"/>
                  </a:lnTo>
                  <a:lnTo>
                    <a:pt x="9837" y="294640"/>
                  </a:lnTo>
                  <a:lnTo>
                    <a:pt x="1096" y="250190"/>
                  </a:lnTo>
                  <a:lnTo>
                    <a:pt x="0" y="227330"/>
                  </a:lnTo>
                  <a:lnTo>
                    <a:pt x="171" y="220980"/>
                  </a:lnTo>
                  <a:lnTo>
                    <a:pt x="4390" y="182880"/>
                  </a:lnTo>
                  <a:lnTo>
                    <a:pt x="17399" y="140970"/>
                  </a:lnTo>
                  <a:lnTo>
                    <a:pt x="38522" y="100330"/>
                  </a:lnTo>
                  <a:lnTo>
                    <a:pt x="59206" y="74930"/>
                  </a:lnTo>
                  <a:lnTo>
                    <a:pt x="66954" y="66040"/>
                  </a:lnTo>
                  <a:lnTo>
                    <a:pt x="101595" y="38100"/>
                  </a:lnTo>
                  <a:lnTo>
                    <a:pt x="141117" y="16510"/>
                  </a:lnTo>
                  <a:lnTo>
                    <a:pt x="195070" y="1270"/>
                  </a:lnTo>
                  <a:lnTo>
                    <a:pt x="206192" y="0"/>
                  </a:lnTo>
                  <a:lnTo>
                    <a:pt x="251006" y="0"/>
                  </a:lnTo>
                  <a:lnTo>
                    <a:pt x="262128" y="1270"/>
                  </a:lnTo>
                  <a:lnTo>
                    <a:pt x="294959" y="8890"/>
                  </a:lnTo>
                  <a:lnTo>
                    <a:pt x="214267" y="8890"/>
                  </a:lnTo>
                  <a:lnTo>
                    <a:pt x="199986" y="10160"/>
                  </a:lnTo>
                  <a:lnTo>
                    <a:pt x="178823" y="13970"/>
                  </a:lnTo>
                  <a:lnTo>
                    <a:pt x="171871" y="16510"/>
                  </a:lnTo>
                  <a:lnTo>
                    <a:pt x="158139" y="20320"/>
                  </a:lnTo>
                  <a:lnTo>
                    <a:pt x="138134" y="27940"/>
                  </a:lnTo>
                  <a:lnTo>
                    <a:pt x="131656" y="31750"/>
                  </a:lnTo>
                  <a:lnTo>
                    <a:pt x="119000" y="38100"/>
                  </a:lnTo>
                  <a:lnTo>
                    <a:pt x="112853" y="41910"/>
                  </a:lnTo>
                  <a:lnTo>
                    <a:pt x="100922" y="49530"/>
                  </a:lnTo>
                  <a:lnTo>
                    <a:pt x="95166" y="54610"/>
                  </a:lnTo>
                  <a:lnTo>
                    <a:pt x="84073" y="63500"/>
                  </a:lnTo>
                  <a:lnTo>
                    <a:pt x="54700" y="93980"/>
                  </a:lnTo>
                  <a:lnTo>
                    <a:pt x="50431" y="100330"/>
                  </a:lnTo>
                  <a:lnTo>
                    <a:pt x="42459" y="111760"/>
                  </a:lnTo>
                  <a:lnTo>
                    <a:pt x="23455" y="151130"/>
                  </a:lnTo>
                  <a:lnTo>
                    <a:pt x="12334" y="191770"/>
                  </a:lnTo>
                  <a:lnTo>
                    <a:pt x="9524" y="220980"/>
                  </a:lnTo>
                  <a:lnTo>
                    <a:pt x="9524" y="234950"/>
                  </a:lnTo>
                  <a:lnTo>
                    <a:pt x="15133" y="278130"/>
                  </a:lnTo>
                  <a:lnTo>
                    <a:pt x="28946" y="318770"/>
                  </a:lnTo>
                  <a:lnTo>
                    <a:pt x="50431" y="355600"/>
                  </a:lnTo>
                  <a:lnTo>
                    <a:pt x="54700" y="361950"/>
                  </a:lnTo>
                  <a:lnTo>
                    <a:pt x="84073" y="392430"/>
                  </a:lnTo>
                  <a:lnTo>
                    <a:pt x="95166" y="401320"/>
                  </a:lnTo>
                  <a:lnTo>
                    <a:pt x="100922" y="406400"/>
                  </a:lnTo>
                  <a:lnTo>
                    <a:pt x="112853" y="414020"/>
                  </a:lnTo>
                  <a:lnTo>
                    <a:pt x="119000" y="417830"/>
                  </a:lnTo>
                  <a:lnTo>
                    <a:pt x="131656" y="424180"/>
                  </a:lnTo>
                  <a:lnTo>
                    <a:pt x="138134" y="427990"/>
                  </a:lnTo>
                  <a:lnTo>
                    <a:pt x="158139" y="435610"/>
                  </a:lnTo>
                  <a:lnTo>
                    <a:pt x="171871" y="439420"/>
                  </a:lnTo>
                  <a:lnTo>
                    <a:pt x="178823" y="441960"/>
                  </a:lnTo>
                  <a:lnTo>
                    <a:pt x="199986" y="445770"/>
                  </a:lnTo>
                  <a:lnTo>
                    <a:pt x="214267" y="447040"/>
                  </a:lnTo>
                  <a:lnTo>
                    <a:pt x="294959" y="447040"/>
                  </a:lnTo>
                  <a:lnTo>
                    <a:pt x="262128" y="454660"/>
                  </a:lnTo>
                  <a:lnTo>
                    <a:pt x="251006" y="455930"/>
                  </a:lnTo>
                  <a:close/>
                </a:path>
                <a:path w="457200" h="455929">
                  <a:moveTo>
                    <a:pt x="294959" y="447040"/>
                  </a:moveTo>
                  <a:lnTo>
                    <a:pt x="242932" y="447040"/>
                  </a:lnTo>
                  <a:lnTo>
                    <a:pt x="257213" y="445770"/>
                  </a:lnTo>
                  <a:lnTo>
                    <a:pt x="278376" y="441960"/>
                  </a:lnTo>
                  <a:lnTo>
                    <a:pt x="285327" y="439420"/>
                  </a:lnTo>
                  <a:lnTo>
                    <a:pt x="299059" y="435610"/>
                  </a:lnTo>
                  <a:lnTo>
                    <a:pt x="319064" y="427990"/>
                  </a:lnTo>
                  <a:lnTo>
                    <a:pt x="325543" y="424180"/>
                  </a:lnTo>
                  <a:lnTo>
                    <a:pt x="338198" y="417830"/>
                  </a:lnTo>
                  <a:lnTo>
                    <a:pt x="344345" y="414020"/>
                  </a:lnTo>
                  <a:lnTo>
                    <a:pt x="356277" y="406400"/>
                  </a:lnTo>
                  <a:lnTo>
                    <a:pt x="362033" y="401320"/>
                  </a:lnTo>
                  <a:lnTo>
                    <a:pt x="373125" y="392430"/>
                  </a:lnTo>
                  <a:lnTo>
                    <a:pt x="402498" y="361950"/>
                  </a:lnTo>
                  <a:lnTo>
                    <a:pt x="406767" y="355600"/>
                  </a:lnTo>
                  <a:lnTo>
                    <a:pt x="414740" y="344170"/>
                  </a:lnTo>
                  <a:lnTo>
                    <a:pt x="433744" y="304800"/>
                  </a:lnTo>
                  <a:lnTo>
                    <a:pt x="444865" y="264160"/>
                  </a:lnTo>
                  <a:lnTo>
                    <a:pt x="447674" y="234950"/>
                  </a:lnTo>
                  <a:lnTo>
                    <a:pt x="447674" y="220980"/>
                  </a:lnTo>
                  <a:lnTo>
                    <a:pt x="442065" y="177800"/>
                  </a:lnTo>
                  <a:lnTo>
                    <a:pt x="428252" y="137160"/>
                  </a:lnTo>
                  <a:lnTo>
                    <a:pt x="406767" y="100330"/>
                  </a:lnTo>
                  <a:lnTo>
                    <a:pt x="402498" y="93980"/>
                  </a:lnTo>
                  <a:lnTo>
                    <a:pt x="373125" y="63500"/>
                  </a:lnTo>
                  <a:lnTo>
                    <a:pt x="362033" y="54610"/>
                  </a:lnTo>
                  <a:lnTo>
                    <a:pt x="356277" y="49530"/>
                  </a:lnTo>
                  <a:lnTo>
                    <a:pt x="344345" y="41910"/>
                  </a:lnTo>
                  <a:lnTo>
                    <a:pt x="338198" y="38100"/>
                  </a:lnTo>
                  <a:lnTo>
                    <a:pt x="325543" y="31750"/>
                  </a:lnTo>
                  <a:lnTo>
                    <a:pt x="319064" y="27940"/>
                  </a:lnTo>
                  <a:lnTo>
                    <a:pt x="299059" y="20320"/>
                  </a:lnTo>
                  <a:lnTo>
                    <a:pt x="285327" y="16510"/>
                  </a:lnTo>
                  <a:lnTo>
                    <a:pt x="278376" y="13970"/>
                  </a:lnTo>
                  <a:lnTo>
                    <a:pt x="257213" y="10160"/>
                  </a:lnTo>
                  <a:lnTo>
                    <a:pt x="242932" y="8890"/>
                  </a:lnTo>
                  <a:lnTo>
                    <a:pt x="294959" y="8890"/>
                  </a:lnTo>
                  <a:lnTo>
                    <a:pt x="336361" y="26670"/>
                  </a:lnTo>
                  <a:lnTo>
                    <a:pt x="373622" y="50800"/>
                  </a:lnTo>
                  <a:lnTo>
                    <a:pt x="397990" y="74930"/>
                  </a:lnTo>
                  <a:lnTo>
                    <a:pt x="405310" y="82550"/>
                  </a:lnTo>
                  <a:lnTo>
                    <a:pt x="430207" y="120650"/>
                  </a:lnTo>
                  <a:lnTo>
                    <a:pt x="447357" y="161290"/>
                  </a:lnTo>
                  <a:lnTo>
                    <a:pt x="456100" y="205740"/>
                  </a:lnTo>
                  <a:lnTo>
                    <a:pt x="457199" y="227330"/>
                  </a:lnTo>
                  <a:lnTo>
                    <a:pt x="457016" y="234950"/>
                  </a:lnTo>
                  <a:lnTo>
                    <a:pt x="452806" y="273050"/>
                  </a:lnTo>
                  <a:lnTo>
                    <a:pt x="439797" y="314960"/>
                  </a:lnTo>
                  <a:lnTo>
                    <a:pt x="418671" y="355600"/>
                  </a:lnTo>
                  <a:lnTo>
                    <a:pt x="397990" y="381000"/>
                  </a:lnTo>
                  <a:lnTo>
                    <a:pt x="390243" y="389890"/>
                  </a:lnTo>
                  <a:lnTo>
                    <a:pt x="355601" y="417830"/>
                  </a:lnTo>
                  <a:lnTo>
                    <a:pt x="316081" y="439420"/>
                  </a:lnTo>
                  <a:lnTo>
                    <a:pt x="294959" y="447040"/>
                  </a:lnTo>
                  <a:close/>
                </a:path>
              </a:pathLst>
            </a:custGeom>
            <a:solidFill>
              <a:srgbClr val="FFFAF6">
                <a:alpha val="1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333187" y="6359524"/>
            <a:ext cx="4695825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70" dirty="0">
                <a:solidFill>
                  <a:srgbClr val="DE957C"/>
                </a:solidFill>
                <a:latin typeface="Consolas"/>
                <a:cs typeface="Consolas"/>
              </a:rPr>
              <a:t>Item 03</a:t>
            </a:r>
            <a:r>
              <a:rPr sz="950" b="1" spc="215" dirty="0">
                <a:solidFill>
                  <a:srgbClr val="DE957C"/>
                </a:solidFill>
                <a:latin typeface="Consolas"/>
                <a:cs typeface="Consolas"/>
              </a:rPr>
              <a:t/>
            </a:r>
            <a:r>
              <a:rPr sz="950" b="1" spc="20" dirty="0">
                <a:solidFill>
                  <a:srgbClr val="DE957C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FFFAF6"/>
                </a:solidFill>
                <a:latin typeface="Georgia"/>
                <a:cs typeface="Georgia"/>
              </a:rPr>
              <a:t>LLM gpt-4o-mini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US$ 0,0008 por resposta. 10 k/mês = US$ 8.</a:t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10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0984" y="3730625"/>
            <a:ext cx="5546090" cy="2863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8890" algn="ctr">
              <a:lnSpc>
                <a:spcPts val="1245"/>
              </a:lnSpc>
              <a:spcBef>
                <a:spcPts val="125"/>
              </a:spcBef>
            </a:pPr>
            <a:r>
              <a:rPr sz="1100" b="1" spc="125" dirty="0">
                <a:solidFill>
                  <a:srgbClr val="D7806B"/>
                </a:solidFill>
                <a:latin typeface="Consolas"/>
                <a:cs typeface="Consolas"/>
              </a:rPr>
              <a:t>BENCH — 2026-06-01</a:t>
            </a:r>
            <a:r>
              <a:rPr sz="1100" b="1" spc="29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29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12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  <a:p>
            <a:pPr algn="ctr">
              <a:lnSpc>
                <a:spcPts val="11985"/>
              </a:lnSpc>
            </a:pPr>
            <a:r>
              <a:rPr sz="10050" b="1" spc="-45" dirty="0">
                <a:solidFill>
                  <a:srgbClr val="CF6A5E"/>
                </a:solidFill>
                <a:latin typeface="Georgia"/>
                <a:cs typeface="Georgia"/>
              </a:rPr>
              <a:t>67 %</a:t>
            </a:r>
            <a:r>
              <a:rPr sz="10050" b="1" dirty="0">
                <a:solidFill>
                  <a:srgbClr val="CF6A5E"/>
                </a:solidFill>
                <a:latin typeface="Georgia"/>
                <a:cs typeface="Georgia"/>
              </a:rPr>
              <a:t/>
            </a:r>
            <a:endParaRPr sz="10050">
              <a:latin typeface="Georgia"/>
              <a:cs typeface="Georgia"/>
            </a:endParaRPr>
          </a:p>
          <a:p>
            <a:pPr marL="229235" marR="221615" algn="ctr">
              <a:lnSpc>
                <a:spcPct val="102800"/>
              </a:lnSpc>
              <a:spcBef>
                <a:spcPts val="690"/>
              </a:spcBef>
            </a:pP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>Recall@5 do baseline TF-IDF — piso a superar.</a:t>
            </a:r>
            <a:r>
              <a:rPr sz="2250" spc="-6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6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6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6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6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endParaRPr sz="22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>234 consultas, 78 chunks.</a:t>
            </a:r>
            <a:r>
              <a:rPr sz="2250" spc="-4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4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4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4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4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25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endParaRPr sz="225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12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275" y="2130425"/>
            <a:ext cx="134810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>CORPUS</a:t>
            </a:r>
            <a:r>
              <a:rPr sz="1100" b="1" spc="29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29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2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8833" y="2501900"/>
            <a:ext cx="4250690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945"/>
              </a:lnSpc>
              <a:spcBef>
                <a:spcPts val="100"/>
              </a:spcBef>
            </a:pP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>78 laudos</a:t>
            </a:r>
            <a:r>
              <a:rPr sz="34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3450">
              <a:latin typeface="Georgia"/>
              <a:cs typeface="Georgia"/>
            </a:endParaRPr>
          </a:p>
          <a:p>
            <a:pPr marL="12065" marR="5080" algn="ctr">
              <a:lnSpc>
                <a:spcPts val="3750"/>
              </a:lnSpc>
              <a:spcBef>
                <a:spcPts val="254"/>
              </a:spcBef>
            </a:pP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>+ 7.943 captions.</a:t>
            </a:r>
            <a:r>
              <a:rPr sz="3450" b="1" spc="-12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114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13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345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4571996"/>
            <a:ext cx="7991475" cy="3619500"/>
            <a:chOff x="952499" y="4571996"/>
            <a:chExt cx="7991475" cy="3619500"/>
          </a:xfrm>
        </p:grpSpPr>
        <p:sp>
          <p:nvSpPr>
            <p:cNvPr id="5" name="object 5"/>
            <p:cNvSpPr/>
            <p:nvPr/>
          </p:nvSpPr>
          <p:spPr>
            <a:xfrm>
              <a:off x="957262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7834311" y="3609974"/>
                  </a:moveTo>
                  <a:lnTo>
                    <a:pt x="147637" y="3609974"/>
                  </a:lnTo>
                  <a:lnTo>
                    <a:pt x="140384" y="3609791"/>
                  </a:lnTo>
                  <a:lnTo>
                    <a:pt x="97907" y="3601332"/>
                  </a:lnTo>
                  <a:lnTo>
                    <a:pt x="59682" y="3580896"/>
                  </a:lnTo>
                  <a:lnTo>
                    <a:pt x="29058" y="3550276"/>
                  </a:lnTo>
                  <a:lnTo>
                    <a:pt x="8626" y="3512048"/>
                  </a:lnTo>
                  <a:lnTo>
                    <a:pt x="177" y="3469589"/>
                  </a:lnTo>
                  <a:lnTo>
                    <a:pt x="0" y="3462337"/>
                  </a:lnTo>
                  <a:lnTo>
                    <a:pt x="0" y="147637"/>
                  </a:lnTo>
                  <a:lnTo>
                    <a:pt x="6355" y="104777"/>
                  </a:lnTo>
                  <a:lnTo>
                    <a:pt x="24881" y="65605"/>
                  </a:lnTo>
                  <a:lnTo>
                    <a:pt x="53976" y="33510"/>
                  </a:lnTo>
                  <a:lnTo>
                    <a:pt x="91138" y="11227"/>
                  </a:lnTo>
                  <a:lnTo>
                    <a:pt x="133166" y="710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6" y="53974"/>
                  </a:lnTo>
                  <a:lnTo>
                    <a:pt x="7970709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1" y="3505177"/>
                  </a:lnTo>
                  <a:lnTo>
                    <a:pt x="7957065" y="3544341"/>
                  </a:lnTo>
                  <a:lnTo>
                    <a:pt x="7927971" y="3576445"/>
                  </a:lnTo>
                  <a:lnTo>
                    <a:pt x="7890809" y="3598719"/>
                  </a:lnTo>
                  <a:lnTo>
                    <a:pt x="7848782" y="3609254"/>
                  </a:lnTo>
                  <a:lnTo>
                    <a:pt x="7834311" y="360997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0" y="3462337"/>
                  </a:moveTo>
                  <a:lnTo>
                    <a:pt x="0" y="147637"/>
                  </a:lnTo>
                  <a:lnTo>
                    <a:pt x="177" y="140379"/>
                  </a:lnTo>
                  <a:lnTo>
                    <a:pt x="8626" y="97907"/>
                  </a:lnTo>
                  <a:lnTo>
                    <a:pt x="29058" y="59677"/>
                  </a:lnTo>
                  <a:lnTo>
                    <a:pt x="59682" y="29055"/>
                  </a:lnTo>
                  <a:lnTo>
                    <a:pt x="97907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6" y="53974"/>
                  </a:lnTo>
                  <a:lnTo>
                    <a:pt x="7970709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1" y="3505177"/>
                  </a:lnTo>
                  <a:lnTo>
                    <a:pt x="7957065" y="3544341"/>
                  </a:lnTo>
                  <a:lnTo>
                    <a:pt x="7927971" y="3576445"/>
                  </a:lnTo>
                  <a:lnTo>
                    <a:pt x="7890809" y="3598719"/>
                  </a:lnTo>
                  <a:lnTo>
                    <a:pt x="7848782" y="3609254"/>
                  </a:lnTo>
                  <a:lnTo>
                    <a:pt x="7834311" y="3609974"/>
                  </a:lnTo>
                  <a:lnTo>
                    <a:pt x="147637" y="3609974"/>
                  </a:lnTo>
                  <a:lnTo>
                    <a:pt x="104780" y="3603603"/>
                  </a:lnTo>
                  <a:lnTo>
                    <a:pt x="65614" y="3585073"/>
                  </a:lnTo>
                  <a:lnTo>
                    <a:pt x="33510" y="3555985"/>
                  </a:lnTo>
                  <a:lnTo>
                    <a:pt x="11238" y="3518817"/>
                  </a:lnTo>
                  <a:lnTo>
                    <a:pt x="709" y="3476805"/>
                  </a:lnTo>
                  <a:lnTo>
                    <a:pt x="0" y="346233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3174" y="4959349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report_texts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65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3174" y="5292724"/>
            <a:ext cx="7290434" cy="19627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4994275">
              <a:lnSpc>
                <a:spcPct val="86600"/>
              </a:lnSpc>
              <a:spcBef>
                <a:spcPts val="555"/>
              </a:spcBef>
            </a:pP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>78 chunks — um por laudo.</a:t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9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850">
              <a:latin typeface="Georgia"/>
              <a:cs typeface="Georgia"/>
            </a:endParaRPr>
          </a:p>
          <a:p>
            <a:pPr marL="12700" marR="5080">
              <a:lnSpc>
                <a:spcPct val="117400"/>
              </a:lnSpc>
              <a:spcBef>
                <a:spcPts val="126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Seção “Discussão dos Resultados”. ~400 tokens por chunk. 100 % Análise de Falha PETROBRÁS.</a:t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6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6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6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44024" y="4571996"/>
            <a:ext cx="7991475" cy="3619500"/>
            <a:chOff x="9344024" y="4571996"/>
            <a:chExt cx="7991475" cy="3619500"/>
          </a:xfrm>
        </p:grpSpPr>
        <p:sp>
          <p:nvSpPr>
            <p:cNvPr id="10" name="object 10"/>
            <p:cNvSpPr/>
            <p:nvPr/>
          </p:nvSpPr>
          <p:spPr>
            <a:xfrm>
              <a:off x="9348786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7834311" y="3609974"/>
                  </a:moveTo>
                  <a:lnTo>
                    <a:pt x="147637" y="3609974"/>
                  </a:lnTo>
                  <a:lnTo>
                    <a:pt x="140384" y="3609791"/>
                  </a:lnTo>
                  <a:lnTo>
                    <a:pt x="97906" y="3601332"/>
                  </a:lnTo>
                  <a:lnTo>
                    <a:pt x="59681" y="3580896"/>
                  </a:lnTo>
                  <a:lnTo>
                    <a:pt x="29056" y="3550276"/>
                  </a:lnTo>
                  <a:lnTo>
                    <a:pt x="8625" y="3512048"/>
                  </a:lnTo>
                  <a:lnTo>
                    <a:pt x="177" y="3469589"/>
                  </a:lnTo>
                  <a:lnTo>
                    <a:pt x="0" y="3462337"/>
                  </a:lnTo>
                  <a:lnTo>
                    <a:pt x="0" y="147637"/>
                  </a:lnTo>
                  <a:lnTo>
                    <a:pt x="6354" y="104777"/>
                  </a:lnTo>
                  <a:lnTo>
                    <a:pt x="24880" y="65605"/>
                  </a:lnTo>
                  <a:lnTo>
                    <a:pt x="53975" y="33510"/>
                  </a:lnTo>
                  <a:lnTo>
                    <a:pt x="91138" y="11227"/>
                  </a:lnTo>
                  <a:lnTo>
                    <a:pt x="133165" y="710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7" y="53974"/>
                  </a:lnTo>
                  <a:lnTo>
                    <a:pt x="7970708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2" y="3505177"/>
                  </a:lnTo>
                  <a:lnTo>
                    <a:pt x="7957066" y="3544341"/>
                  </a:lnTo>
                  <a:lnTo>
                    <a:pt x="7927970" y="3576445"/>
                  </a:lnTo>
                  <a:lnTo>
                    <a:pt x="7890808" y="3598719"/>
                  </a:lnTo>
                  <a:lnTo>
                    <a:pt x="7848782" y="3609254"/>
                  </a:lnTo>
                  <a:lnTo>
                    <a:pt x="7834311" y="360997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48786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0" y="3462337"/>
                  </a:moveTo>
                  <a:lnTo>
                    <a:pt x="0" y="147637"/>
                  </a:lnTo>
                  <a:lnTo>
                    <a:pt x="176" y="140379"/>
                  </a:lnTo>
                  <a:lnTo>
                    <a:pt x="8625" y="97907"/>
                  </a:lnTo>
                  <a:lnTo>
                    <a:pt x="29057" y="59677"/>
                  </a:lnTo>
                  <a:lnTo>
                    <a:pt x="59681" y="29055"/>
                  </a:lnTo>
                  <a:lnTo>
                    <a:pt x="97906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7" y="53974"/>
                  </a:lnTo>
                  <a:lnTo>
                    <a:pt x="7970708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2" y="3505177"/>
                  </a:lnTo>
                  <a:lnTo>
                    <a:pt x="7957066" y="3544341"/>
                  </a:lnTo>
                  <a:lnTo>
                    <a:pt x="7927970" y="3576445"/>
                  </a:lnTo>
                  <a:lnTo>
                    <a:pt x="7890808" y="3598719"/>
                  </a:lnTo>
                  <a:lnTo>
                    <a:pt x="7848782" y="3609254"/>
                  </a:lnTo>
                  <a:lnTo>
                    <a:pt x="7834311" y="3609974"/>
                  </a:lnTo>
                  <a:lnTo>
                    <a:pt x="147637" y="3609974"/>
                  </a:lnTo>
                  <a:lnTo>
                    <a:pt x="104778" y="3603603"/>
                  </a:lnTo>
                  <a:lnTo>
                    <a:pt x="65613" y="3585073"/>
                  </a:lnTo>
                  <a:lnTo>
                    <a:pt x="33509" y="3555985"/>
                  </a:lnTo>
                  <a:lnTo>
                    <a:pt x="11237" y="3518817"/>
                  </a:lnTo>
                  <a:lnTo>
                    <a:pt x="708" y="3476805"/>
                  </a:lnTo>
                  <a:lnTo>
                    <a:pt x="0" y="346233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64699" y="4959349"/>
            <a:ext cx="10591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70" dirty="0">
                <a:solidFill>
                  <a:srgbClr val="2E3192"/>
                </a:solidFill>
                <a:latin typeface="Consolas"/>
                <a:cs typeface="Consolas"/>
              </a:rPr>
              <a:t>captions</a:t>
            </a:r>
            <a:r>
              <a:rPr sz="950" b="1" spc="215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215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8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4699" y="5292724"/>
            <a:ext cx="6788150" cy="196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75"/>
              </a:lnSpc>
              <a:spcBef>
                <a:spcPts val="100"/>
              </a:spcBef>
            </a:pP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>7.943 captions</a:t>
            </a:r>
            <a:endParaRPr sz="2850">
              <a:latin typeface="Georgia"/>
              <a:cs typeface="Georgia"/>
            </a:endParaRPr>
          </a:p>
          <a:p>
            <a:pPr marL="12700" marR="3728720">
              <a:lnSpc>
                <a:spcPts val="3000"/>
              </a:lnSpc>
              <a:spcBef>
                <a:spcPts val="200"/>
              </a:spcBef>
            </a:pP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>de metalografia.</a:t>
            </a:r>
            <a:r>
              <a:rPr sz="2850" b="1" spc="-5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5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5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1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850">
              <a:latin typeface="Georgia"/>
              <a:cs typeface="Georgia"/>
            </a:endParaRPr>
          </a:p>
          <a:p>
            <a:pPr marL="12700" marR="5080">
              <a:lnSpc>
                <a:spcPct val="117400"/>
              </a:lnSpc>
              <a:spcBef>
                <a:spcPts val="123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~100 captions por laudo. Atende consultas onde a resposta está na imagem, não no texto.</a:t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07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579" y="2711450"/>
            <a:ext cx="15398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14" dirty="0">
                <a:solidFill>
                  <a:srgbClr val="D7806B"/>
                </a:solidFill>
                <a:latin typeface="Consolas"/>
                <a:cs typeface="Consolas"/>
              </a:rPr>
              <a:t>INGESTÃO CONTÍNUA</a:t>
            </a:r>
            <a:r>
              <a:rPr sz="1100" b="1" spc="29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13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5812" y="3082925"/>
            <a:ext cx="4016375" cy="15036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algn="ctr">
              <a:lnSpc>
                <a:spcPts val="3750"/>
              </a:lnSpc>
              <a:spcBef>
                <a:spcPts val="550"/>
              </a:spcBef>
            </a:pP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>Novo laudo buscável em &lt; 1 minuto.</a:t>
            </a:r>
            <a:r>
              <a:rPr sz="3450" b="1" spc="-4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4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2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13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5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5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endParaRPr sz="34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499" y="5133970"/>
            <a:ext cx="3943350" cy="9525"/>
          </a:xfrm>
          <a:custGeom>
            <a:avLst/>
            <a:gdLst/>
            <a:ahLst/>
            <a:cxnLst/>
            <a:rect l="l" t="t" r="r" b="b"/>
            <a:pathLst>
              <a:path w="3943350" h="9525">
                <a:moveTo>
                  <a:pt x="3943349" y="9524"/>
                </a:moveTo>
                <a:lnTo>
                  <a:pt x="0" y="9524"/>
                </a:lnTo>
                <a:lnTo>
                  <a:pt x="0" y="0"/>
                </a:lnTo>
                <a:lnTo>
                  <a:pt x="3943349" y="0"/>
                </a:lnTo>
                <a:lnTo>
                  <a:pt x="3943349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9800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01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800" y="5536131"/>
            <a:ext cx="3607435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Gerar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report-generate finaliza o DOCX e emite evento.</a:t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5399" y="5133970"/>
            <a:ext cx="3933825" cy="9525"/>
          </a:xfrm>
          <a:custGeom>
            <a:avLst/>
            <a:gdLst/>
            <a:ahLst/>
            <a:cxnLst/>
            <a:rect l="l" t="t" r="r" b="b"/>
            <a:pathLst>
              <a:path w="3933825" h="9525">
                <a:moveTo>
                  <a:pt x="3933824" y="9524"/>
                </a:moveTo>
                <a:lnTo>
                  <a:pt x="0" y="9524"/>
                </a:lnTo>
                <a:lnTo>
                  <a:pt x="0" y="0"/>
                </a:lnTo>
                <a:lnTo>
                  <a:pt x="3933824" y="0"/>
                </a:lnTo>
                <a:lnTo>
                  <a:pt x="3933824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87937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02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7937" y="5536131"/>
            <a:ext cx="3507740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Enfileirar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Fila no Postgres existente (pg-boss).</a:t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48774" y="5133970"/>
            <a:ext cx="3943350" cy="9525"/>
          </a:xfrm>
          <a:custGeom>
            <a:avLst/>
            <a:gdLst/>
            <a:ahLst/>
            <a:cxnLst/>
            <a:rect l="l" t="t" r="r" b="b"/>
            <a:pathLst>
              <a:path w="3943350" h="9525">
                <a:moveTo>
                  <a:pt x="3943349" y="9524"/>
                </a:moveTo>
                <a:lnTo>
                  <a:pt x="0" y="9524"/>
                </a:lnTo>
                <a:lnTo>
                  <a:pt x="0" y="0"/>
                </a:lnTo>
                <a:lnTo>
                  <a:pt x="3943349" y="0"/>
                </a:lnTo>
                <a:lnTo>
                  <a:pt x="3943349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236075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03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6075" y="5536131"/>
            <a:ext cx="2970530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Indexar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spc="-20" dirty="0">
                <a:solidFill>
                  <a:srgbClr val="FEFBF8"/>
                </a:solidFill>
                <a:latin typeface="Segoe UI"/>
                <a:cs typeface="Segoe UI"/>
              </a:rPr>
              <a:t>Worker embeda e faz upsert idempotente.</a:t>
            </a:r>
            <a:r>
              <a:rPr sz="1650" spc="-6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401673" y="5133970"/>
            <a:ext cx="3933825" cy="9525"/>
          </a:xfrm>
          <a:custGeom>
            <a:avLst/>
            <a:gdLst/>
            <a:ahLst/>
            <a:cxnLst/>
            <a:rect l="l" t="t" r="r" b="b"/>
            <a:pathLst>
              <a:path w="3933825" h="9525">
                <a:moveTo>
                  <a:pt x="3933824" y="9524"/>
                </a:moveTo>
                <a:lnTo>
                  <a:pt x="0" y="9524"/>
                </a:lnTo>
                <a:lnTo>
                  <a:pt x="0" y="0"/>
                </a:lnTo>
                <a:lnTo>
                  <a:pt x="3933824" y="0"/>
                </a:lnTo>
                <a:lnTo>
                  <a:pt x="3933824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384212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04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84212" y="5536131"/>
            <a:ext cx="3214370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Servir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Coleção atualizada; busca enxerga o laudo.</a:t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08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4524" y="5148274"/>
            <a:ext cx="7023734" cy="5139055"/>
          </a:xfrm>
          <a:custGeom>
            <a:avLst/>
            <a:gdLst/>
            <a:ahLst/>
            <a:cxnLst/>
            <a:rect l="l" t="t" r="r" b="b"/>
            <a:pathLst>
              <a:path w="7023734" h="5139055">
                <a:moveTo>
                  <a:pt x="0" y="5138726"/>
                </a:moveTo>
                <a:lnTo>
                  <a:pt x="5586" y="5076806"/>
                </a:lnTo>
                <a:lnTo>
                  <a:pt x="11139" y="5021956"/>
                </a:lnTo>
                <a:lnTo>
                  <a:pt x="17230" y="4967164"/>
                </a:lnTo>
                <a:lnTo>
                  <a:pt x="23859" y="4912442"/>
                </a:lnTo>
                <a:lnTo>
                  <a:pt x="31023" y="4857790"/>
                </a:lnTo>
                <a:lnTo>
                  <a:pt x="38725" y="4803208"/>
                </a:lnTo>
                <a:lnTo>
                  <a:pt x="46963" y="4748697"/>
                </a:lnTo>
                <a:lnTo>
                  <a:pt x="55735" y="4694269"/>
                </a:lnTo>
                <a:lnTo>
                  <a:pt x="65040" y="4639938"/>
                </a:lnTo>
                <a:lnTo>
                  <a:pt x="74878" y="4585704"/>
                </a:lnTo>
                <a:lnTo>
                  <a:pt x="85248" y="4531566"/>
                </a:lnTo>
                <a:lnTo>
                  <a:pt x="96151" y="4477524"/>
                </a:lnTo>
                <a:lnTo>
                  <a:pt x="107584" y="4423593"/>
                </a:lnTo>
                <a:lnTo>
                  <a:pt x="119544" y="4369784"/>
                </a:lnTo>
                <a:lnTo>
                  <a:pt x="132031" y="4316098"/>
                </a:lnTo>
                <a:lnTo>
                  <a:pt x="145045" y="4262534"/>
                </a:lnTo>
                <a:lnTo>
                  <a:pt x="158586" y="4209093"/>
                </a:lnTo>
                <a:lnTo>
                  <a:pt x="172652" y="4155787"/>
                </a:lnTo>
                <a:lnTo>
                  <a:pt x="187237" y="4102630"/>
                </a:lnTo>
                <a:lnTo>
                  <a:pt x="202344" y="4049621"/>
                </a:lnTo>
                <a:lnTo>
                  <a:pt x="217971" y="3996760"/>
                </a:lnTo>
                <a:lnTo>
                  <a:pt x="234118" y="3944048"/>
                </a:lnTo>
                <a:lnTo>
                  <a:pt x="250782" y="3891496"/>
                </a:lnTo>
                <a:lnTo>
                  <a:pt x="267958" y="3839119"/>
                </a:lnTo>
                <a:lnTo>
                  <a:pt x="285647" y="3786915"/>
                </a:lnTo>
                <a:lnTo>
                  <a:pt x="303849" y="3734885"/>
                </a:lnTo>
                <a:lnTo>
                  <a:pt x="322563" y="3683028"/>
                </a:lnTo>
                <a:lnTo>
                  <a:pt x="341786" y="3631358"/>
                </a:lnTo>
                <a:lnTo>
                  <a:pt x="361512" y="3579886"/>
                </a:lnTo>
                <a:lnTo>
                  <a:pt x="381741" y="3528613"/>
                </a:lnTo>
                <a:lnTo>
                  <a:pt x="402474" y="3477538"/>
                </a:lnTo>
                <a:lnTo>
                  <a:pt x="423710" y="3426662"/>
                </a:lnTo>
                <a:lnTo>
                  <a:pt x="445445" y="3375997"/>
                </a:lnTo>
                <a:lnTo>
                  <a:pt x="467672" y="3325556"/>
                </a:lnTo>
                <a:lnTo>
                  <a:pt x="490393" y="3275337"/>
                </a:lnTo>
                <a:lnTo>
                  <a:pt x="513607" y="3225341"/>
                </a:lnTo>
                <a:lnTo>
                  <a:pt x="537314" y="3175569"/>
                </a:lnTo>
                <a:lnTo>
                  <a:pt x="561508" y="3126031"/>
                </a:lnTo>
                <a:lnTo>
                  <a:pt x="586184" y="3076741"/>
                </a:lnTo>
                <a:lnTo>
                  <a:pt x="611342" y="3027697"/>
                </a:lnTo>
                <a:lnTo>
                  <a:pt x="636981" y="2978901"/>
                </a:lnTo>
                <a:lnTo>
                  <a:pt x="663102" y="2930352"/>
                </a:lnTo>
                <a:lnTo>
                  <a:pt x="689698" y="2882061"/>
                </a:lnTo>
                <a:lnTo>
                  <a:pt x="716763" y="2834041"/>
                </a:lnTo>
                <a:lnTo>
                  <a:pt x="744296" y="2786291"/>
                </a:lnTo>
                <a:lnTo>
                  <a:pt x="772299" y="2738812"/>
                </a:lnTo>
                <a:lnTo>
                  <a:pt x="800770" y="2691603"/>
                </a:lnTo>
                <a:lnTo>
                  <a:pt x="829704" y="2644675"/>
                </a:lnTo>
                <a:lnTo>
                  <a:pt x="859092" y="2598041"/>
                </a:lnTo>
                <a:lnTo>
                  <a:pt x="888936" y="2551699"/>
                </a:lnTo>
                <a:lnTo>
                  <a:pt x="919234" y="2505651"/>
                </a:lnTo>
                <a:lnTo>
                  <a:pt x="949988" y="2459895"/>
                </a:lnTo>
                <a:lnTo>
                  <a:pt x="981189" y="2414444"/>
                </a:lnTo>
                <a:lnTo>
                  <a:pt x="1012830" y="2369308"/>
                </a:lnTo>
                <a:lnTo>
                  <a:pt x="1044912" y="2324487"/>
                </a:lnTo>
                <a:lnTo>
                  <a:pt x="1077433" y="2279981"/>
                </a:lnTo>
                <a:lnTo>
                  <a:pt x="1110395" y="2235790"/>
                </a:lnTo>
                <a:lnTo>
                  <a:pt x="1143789" y="2191924"/>
                </a:lnTo>
                <a:lnTo>
                  <a:pt x="1177607" y="2148395"/>
                </a:lnTo>
                <a:lnTo>
                  <a:pt x="1211849" y="2105202"/>
                </a:lnTo>
                <a:lnTo>
                  <a:pt x="1246515" y="2062345"/>
                </a:lnTo>
                <a:lnTo>
                  <a:pt x="1281605" y="2019825"/>
                </a:lnTo>
                <a:lnTo>
                  <a:pt x="1317111" y="1977650"/>
                </a:lnTo>
                <a:lnTo>
                  <a:pt x="1353024" y="1935833"/>
                </a:lnTo>
                <a:lnTo>
                  <a:pt x="1389344" y="1894372"/>
                </a:lnTo>
                <a:lnTo>
                  <a:pt x="1426072" y="1853268"/>
                </a:lnTo>
                <a:lnTo>
                  <a:pt x="1463206" y="1812520"/>
                </a:lnTo>
                <a:lnTo>
                  <a:pt x="1500739" y="1772139"/>
                </a:lnTo>
                <a:lnTo>
                  <a:pt x="1538660" y="1732134"/>
                </a:lnTo>
                <a:lnTo>
                  <a:pt x="1576971" y="1692506"/>
                </a:lnTo>
                <a:lnTo>
                  <a:pt x="1615671" y="1653253"/>
                </a:lnTo>
                <a:lnTo>
                  <a:pt x="1654760" y="1614377"/>
                </a:lnTo>
                <a:lnTo>
                  <a:pt x="1694229" y="1575886"/>
                </a:lnTo>
                <a:lnTo>
                  <a:pt x="1734068" y="1537790"/>
                </a:lnTo>
                <a:lnTo>
                  <a:pt x="1774277" y="1500089"/>
                </a:lnTo>
                <a:lnTo>
                  <a:pt x="1814856" y="1462782"/>
                </a:lnTo>
                <a:lnTo>
                  <a:pt x="1855806" y="1425871"/>
                </a:lnTo>
                <a:lnTo>
                  <a:pt x="1897116" y="1389363"/>
                </a:lnTo>
                <a:lnTo>
                  <a:pt x="1938776" y="1353268"/>
                </a:lnTo>
                <a:lnTo>
                  <a:pt x="1980787" y="1317585"/>
                </a:lnTo>
                <a:lnTo>
                  <a:pt x="2023148" y="1282315"/>
                </a:lnTo>
                <a:lnTo>
                  <a:pt x="2065859" y="1247457"/>
                </a:lnTo>
                <a:lnTo>
                  <a:pt x="2108911" y="1213020"/>
                </a:lnTo>
                <a:lnTo>
                  <a:pt x="2152292" y="1179012"/>
                </a:lnTo>
                <a:lnTo>
                  <a:pt x="2196003" y="1145434"/>
                </a:lnTo>
                <a:lnTo>
                  <a:pt x="2240043" y="1112285"/>
                </a:lnTo>
                <a:lnTo>
                  <a:pt x="2284414" y="1079565"/>
                </a:lnTo>
                <a:lnTo>
                  <a:pt x="2329103" y="1047282"/>
                </a:lnTo>
                <a:lnTo>
                  <a:pt x="2374101" y="1015443"/>
                </a:lnTo>
                <a:lnTo>
                  <a:pt x="2419406" y="984050"/>
                </a:lnTo>
                <a:lnTo>
                  <a:pt x="2465020" y="953102"/>
                </a:lnTo>
                <a:lnTo>
                  <a:pt x="2510943" y="922598"/>
                </a:lnTo>
                <a:lnTo>
                  <a:pt x="2557162" y="892547"/>
                </a:lnTo>
                <a:lnTo>
                  <a:pt x="2603668" y="862955"/>
                </a:lnTo>
                <a:lnTo>
                  <a:pt x="2650460" y="833823"/>
                </a:lnTo>
                <a:lnTo>
                  <a:pt x="2697537" y="805150"/>
                </a:lnTo>
                <a:lnTo>
                  <a:pt x="2744901" y="776937"/>
                </a:lnTo>
                <a:lnTo>
                  <a:pt x="2792540" y="749190"/>
                </a:lnTo>
                <a:lnTo>
                  <a:pt x="2840441" y="721915"/>
                </a:lnTo>
                <a:lnTo>
                  <a:pt x="2888606" y="695114"/>
                </a:lnTo>
                <a:lnTo>
                  <a:pt x="2937034" y="668786"/>
                </a:lnTo>
                <a:lnTo>
                  <a:pt x="2985725" y="642930"/>
                </a:lnTo>
                <a:lnTo>
                  <a:pt x="3034668" y="617554"/>
                </a:lnTo>
                <a:lnTo>
                  <a:pt x="3083850" y="592663"/>
                </a:lnTo>
                <a:lnTo>
                  <a:pt x="3133272" y="568257"/>
                </a:lnTo>
                <a:lnTo>
                  <a:pt x="3182934" y="544337"/>
                </a:lnTo>
                <a:lnTo>
                  <a:pt x="3232835" y="520902"/>
                </a:lnTo>
                <a:lnTo>
                  <a:pt x="3282963" y="497958"/>
                </a:lnTo>
                <a:lnTo>
                  <a:pt x="3333308" y="475510"/>
                </a:lnTo>
                <a:lnTo>
                  <a:pt x="3383868" y="453559"/>
                </a:lnTo>
                <a:lnTo>
                  <a:pt x="3434643" y="432104"/>
                </a:lnTo>
                <a:lnTo>
                  <a:pt x="3485634" y="411146"/>
                </a:lnTo>
                <a:lnTo>
                  <a:pt x="3536828" y="390689"/>
                </a:lnTo>
                <a:lnTo>
                  <a:pt x="3588213" y="370738"/>
                </a:lnTo>
                <a:lnTo>
                  <a:pt x="3639789" y="351294"/>
                </a:lnTo>
                <a:lnTo>
                  <a:pt x="3691556" y="332357"/>
                </a:lnTo>
                <a:lnTo>
                  <a:pt x="3743514" y="313926"/>
                </a:lnTo>
                <a:lnTo>
                  <a:pt x="3795651" y="296005"/>
                </a:lnTo>
                <a:lnTo>
                  <a:pt x="3847953" y="278600"/>
                </a:lnTo>
                <a:lnTo>
                  <a:pt x="3900421" y="261711"/>
                </a:lnTo>
                <a:lnTo>
                  <a:pt x="3953055" y="245336"/>
                </a:lnTo>
                <a:lnTo>
                  <a:pt x="4005854" y="229476"/>
                </a:lnTo>
                <a:lnTo>
                  <a:pt x="4058807" y="214136"/>
                </a:lnTo>
                <a:lnTo>
                  <a:pt x="4111900" y="199318"/>
                </a:lnTo>
                <a:lnTo>
                  <a:pt x="4165134" y="185023"/>
                </a:lnTo>
                <a:lnTo>
                  <a:pt x="4218508" y="171251"/>
                </a:lnTo>
                <a:lnTo>
                  <a:pt x="4272022" y="158001"/>
                </a:lnTo>
                <a:lnTo>
                  <a:pt x="4325664" y="145278"/>
                </a:lnTo>
                <a:lnTo>
                  <a:pt x="4379420" y="133083"/>
                </a:lnTo>
                <a:lnTo>
                  <a:pt x="4433291" y="121417"/>
                </a:lnTo>
                <a:lnTo>
                  <a:pt x="4487276" y="110281"/>
                </a:lnTo>
                <a:lnTo>
                  <a:pt x="4541376" y="99673"/>
                </a:lnTo>
                <a:lnTo>
                  <a:pt x="4595578" y="89596"/>
                </a:lnTo>
                <a:lnTo>
                  <a:pt x="4649868" y="80054"/>
                </a:lnTo>
                <a:lnTo>
                  <a:pt x="4704246" y="71046"/>
                </a:lnTo>
                <a:lnTo>
                  <a:pt x="4758713" y="62571"/>
                </a:lnTo>
                <a:lnTo>
                  <a:pt x="4813268" y="54631"/>
                </a:lnTo>
                <a:lnTo>
                  <a:pt x="4867899" y="47226"/>
                </a:lnTo>
                <a:lnTo>
                  <a:pt x="4922591" y="40359"/>
                </a:lnTo>
                <a:lnTo>
                  <a:pt x="4977346" y="34030"/>
                </a:lnTo>
                <a:lnTo>
                  <a:pt x="5032163" y="28238"/>
                </a:lnTo>
                <a:lnTo>
                  <a:pt x="5087042" y="22984"/>
                </a:lnTo>
                <a:lnTo>
                  <a:pt x="5141970" y="18269"/>
                </a:lnTo>
                <a:lnTo>
                  <a:pt x="5196934" y="14094"/>
                </a:lnTo>
                <a:lnTo>
                  <a:pt x="5251934" y="10459"/>
                </a:lnTo>
                <a:lnTo>
                  <a:pt x="5306969" y="7364"/>
                </a:lnTo>
                <a:lnTo>
                  <a:pt x="5362040" y="4809"/>
                </a:lnTo>
                <a:lnTo>
                  <a:pt x="5417133" y="2795"/>
                </a:lnTo>
                <a:lnTo>
                  <a:pt x="5472236" y="1322"/>
                </a:lnTo>
                <a:lnTo>
                  <a:pt x="5527347" y="390"/>
                </a:lnTo>
                <a:lnTo>
                  <a:pt x="5582468" y="0"/>
                </a:lnTo>
                <a:lnTo>
                  <a:pt x="5637597" y="150"/>
                </a:lnTo>
                <a:lnTo>
                  <a:pt x="5692723" y="841"/>
                </a:lnTo>
                <a:lnTo>
                  <a:pt x="5747831" y="2074"/>
                </a:lnTo>
                <a:lnTo>
                  <a:pt x="5802922" y="3847"/>
                </a:lnTo>
                <a:lnTo>
                  <a:pt x="5857996" y="6162"/>
                </a:lnTo>
                <a:lnTo>
                  <a:pt x="5913052" y="9017"/>
                </a:lnTo>
                <a:lnTo>
                  <a:pt x="5968077" y="12413"/>
                </a:lnTo>
                <a:lnTo>
                  <a:pt x="6023059" y="16348"/>
                </a:lnTo>
                <a:lnTo>
                  <a:pt x="6077996" y="20822"/>
                </a:lnTo>
                <a:lnTo>
                  <a:pt x="6132890" y="25836"/>
                </a:lnTo>
                <a:lnTo>
                  <a:pt x="6187740" y="31389"/>
                </a:lnTo>
                <a:lnTo>
                  <a:pt x="6242532" y="37481"/>
                </a:lnTo>
                <a:lnTo>
                  <a:pt x="6297254" y="44109"/>
                </a:lnTo>
                <a:lnTo>
                  <a:pt x="6351906" y="51274"/>
                </a:lnTo>
                <a:lnTo>
                  <a:pt x="6406488" y="58975"/>
                </a:lnTo>
                <a:lnTo>
                  <a:pt x="6460999" y="67213"/>
                </a:lnTo>
                <a:lnTo>
                  <a:pt x="6515427" y="75985"/>
                </a:lnTo>
                <a:lnTo>
                  <a:pt x="6569758" y="85291"/>
                </a:lnTo>
                <a:lnTo>
                  <a:pt x="6623992" y="95128"/>
                </a:lnTo>
                <a:lnTo>
                  <a:pt x="6678130" y="105499"/>
                </a:lnTo>
                <a:lnTo>
                  <a:pt x="6732171" y="116402"/>
                </a:lnTo>
                <a:lnTo>
                  <a:pt x="6786103" y="127834"/>
                </a:lnTo>
                <a:lnTo>
                  <a:pt x="6839912" y="139794"/>
                </a:lnTo>
                <a:lnTo>
                  <a:pt x="6893598" y="152281"/>
                </a:lnTo>
                <a:lnTo>
                  <a:pt x="6947162" y="165295"/>
                </a:lnTo>
                <a:lnTo>
                  <a:pt x="7000603" y="178837"/>
                </a:lnTo>
                <a:lnTo>
                  <a:pt x="7023474" y="184871"/>
                </a:lnTo>
              </a:path>
            </a:pathLst>
          </a:custGeom>
          <a:ln w="9524">
            <a:solidFill>
              <a:srgbClr val="FFFAF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9800" y="9636125"/>
            <a:ext cx="1128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5" dirty="0">
                <a:solidFill>
                  <a:srgbClr val="FEFBF9"/>
                </a:solidFill>
                <a:latin typeface="Consolas"/>
                <a:cs typeface="Consolas"/>
              </a:rPr>
              <a:t>NIT-DEV  /  DROPEKO</a:t>
            </a:r>
            <a:r>
              <a:rPr sz="900" b="1" spc="180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00" b="1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00" b="1" spc="18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00" b="1" spc="50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endParaRPr sz="9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34407" y="9636125"/>
            <a:ext cx="12026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0" dirty="0">
                <a:solidFill>
                  <a:srgbClr val="FEFBF9"/>
                </a:solidFill>
                <a:latin typeface="Consolas"/>
                <a:cs typeface="Consolas"/>
              </a:rPr>
              <a:t>ISQ DIGITAL LABS</a:t>
            </a:r>
            <a:r>
              <a:rPr sz="900" b="1" spc="18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00" b="1" spc="6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00" b="1" spc="190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r>
              <a:rPr sz="900" b="1" spc="35" dirty="0">
                <a:solidFill>
                  <a:srgbClr val="FEFBF9"/>
                </a:solidFill>
                <a:latin typeface="Consolas"/>
                <a:cs typeface="Consolas"/>
              </a:rPr>
              <a:t/>
            </a:r>
            <a:endParaRPr sz="9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1343" y="3292475"/>
            <a:ext cx="6945630" cy="3764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125"/>
              </a:spcBef>
            </a:pPr>
            <a:r>
              <a:rPr sz="1100" b="1" spc="130" dirty="0">
                <a:solidFill>
                  <a:srgbClr val="D7806B"/>
                </a:solidFill>
                <a:latin typeface="Consolas"/>
                <a:cs typeface="Consolas"/>
              </a:rPr>
              <a:t>PRÓXIMA DECISÃO</a:t>
            </a:r>
            <a:r>
              <a:rPr sz="1100" b="1" spc="30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12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Consolas"/>
              <a:cs typeface="Consolas"/>
            </a:endParaRPr>
          </a:p>
          <a:p>
            <a:pPr marL="12700" marR="5080" algn="ctr">
              <a:lnSpc>
                <a:spcPct val="76900"/>
              </a:lnSpc>
            </a:pPr>
            <a:r>
              <a:rPr sz="8700" b="1" dirty="0">
                <a:solidFill>
                  <a:srgbClr val="FFFAF6"/>
                </a:solidFill>
                <a:latin typeface="Georgia"/>
                <a:cs typeface="Georgia"/>
              </a:rPr>
              <a:t>Liberar a TI.</a:t>
            </a:r>
            <a:r>
              <a:rPr sz="8700" b="1" spc="-39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spc="-5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870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endParaRPr sz="8700">
              <a:latin typeface="Georgia"/>
              <a:cs typeface="Georgia"/>
            </a:endParaRPr>
          </a:p>
          <a:p>
            <a:pPr marL="422275" marR="414655" algn="ctr">
              <a:lnSpc>
                <a:spcPct val="110100"/>
              </a:lnSpc>
              <a:spcBef>
                <a:spcPts val="1005"/>
              </a:spcBef>
            </a:pP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>Com a rede liberada, o bench neural sai em uma tarde. Sem ela, a stack fica travada no piso do TF-IDF.</a:t>
            </a:r>
            <a:r>
              <a:rPr sz="2100" spc="-2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25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FEFAF7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17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8748365" y="1530350"/>
            <a:ext cx="77406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>MISMATCH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6808" y="1844675"/>
            <a:ext cx="7114540" cy="34315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955040" marR="947419" indent="307340">
              <a:lnSpc>
                <a:spcPts val="5250"/>
              </a:lnSpc>
              <a:spcBef>
                <a:spcPts val="1300"/>
              </a:spcBef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Índice e consulta</a:t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332865">
              <a:lnSpc>
                <a:spcPts val="5355"/>
              </a:lnSpc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usam modelos diferentes.</a:t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2065" marR="5080" algn="ctr">
              <a:lnSpc>
                <a:spcPct val="110100"/>
              </a:lnSpc>
              <a:spcBef>
                <a:spcPts val="1440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>Resultado: espaços vetoriais incompatíveis em produção.</a:t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5800723"/>
            <a:ext cx="5305425" cy="3000375"/>
            <a:chOff x="952499" y="5800723"/>
            <a:chExt cx="5305425" cy="3000375"/>
          </a:xfrm>
        </p:grpSpPr>
        <p:sp>
          <p:nvSpPr>
            <p:cNvPr id="5" name="object 5"/>
            <p:cNvSpPr/>
            <p:nvPr/>
          </p:nvSpPr>
          <p:spPr>
            <a:xfrm>
              <a:off x="957262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5148262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7" y="2982221"/>
                  </a:lnTo>
                  <a:lnTo>
                    <a:pt x="59682" y="2961785"/>
                  </a:lnTo>
                  <a:lnTo>
                    <a:pt x="29058" y="2931162"/>
                  </a:lnTo>
                  <a:lnTo>
                    <a:pt x="8626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5" y="104776"/>
                  </a:lnTo>
                  <a:lnTo>
                    <a:pt x="24881" y="65612"/>
                  </a:lnTo>
                  <a:lnTo>
                    <a:pt x="53976" y="33507"/>
                  </a:lnTo>
                  <a:lnTo>
                    <a:pt x="91138" y="11233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4" y="24880"/>
                  </a:lnTo>
                  <a:lnTo>
                    <a:pt x="5262387" y="53973"/>
                  </a:lnTo>
                  <a:lnTo>
                    <a:pt x="5284660" y="91136"/>
                  </a:lnTo>
                  <a:lnTo>
                    <a:pt x="5295190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3" y="2886064"/>
                  </a:lnTo>
                  <a:lnTo>
                    <a:pt x="5271017" y="2925230"/>
                  </a:lnTo>
                  <a:lnTo>
                    <a:pt x="5241922" y="2957333"/>
                  </a:lnTo>
                  <a:lnTo>
                    <a:pt x="5204759" y="2979603"/>
                  </a:lnTo>
                  <a:lnTo>
                    <a:pt x="5162733" y="2990137"/>
                  </a:lnTo>
                  <a:lnTo>
                    <a:pt x="5148262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6" y="97904"/>
                  </a:lnTo>
                  <a:lnTo>
                    <a:pt x="29058" y="59679"/>
                  </a:lnTo>
                  <a:lnTo>
                    <a:pt x="59682" y="29055"/>
                  </a:lnTo>
                  <a:lnTo>
                    <a:pt x="97907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4" y="24880"/>
                  </a:lnTo>
                  <a:lnTo>
                    <a:pt x="5262387" y="53973"/>
                  </a:lnTo>
                  <a:lnTo>
                    <a:pt x="5284660" y="91136"/>
                  </a:lnTo>
                  <a:lnTo>
                    <a:pt x="5295190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3" y="2886064"/>
                  </a:lnTo>
                  <a:lnTo>
                    <a:pt x="5271017" y="2925230"/>
                  </a:lnTo>
                  <a:lnTo>
                    <a:pt x="5241922" y="2957333"/>
                  </a:lnTo>
                  <a:lnTo>
                    <a:pt x="5204759" y="2979603"/>
                  </a:lnTo>
                  <a:lnTo>
                    <a:pt x="5162733" y="2990137"/>
                  </a:lnTo>
                  <a:lnTo>
                    <a:pt x="5148262" y="2990849"/>
                  </a:lnTo>
                  <a:lnTo>
                    <a:pt x="147637" y="2990849"/>
                  </a:lnTo>
                  <a:lnTo>
                    <a:pt x="104780" y="2984492"/>
                  </a:lnTo>
                  <a:lnTo>
                    <a:pt x="65614" y="2965962"/>
                  </a:lnTo>
                  <a:lnTo>
                    <a:pt x="33510" y="2936869"/>
                  </a:lnTo>
                  <a:lnTo>
                    <a:pt x="11238" y="2899706"/>
                  </a:lnTo>
                  <a:lnTo>
                    <a:pt x="709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137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3"/>
                  </a:moveTo>
                  <a:lnTo>
                    <a:pt x="216506" y="447673"/>
                  </a:lnTo>
                  <a:lnTo>
                    <a:pt x="209192" y="447314"/>
                  </a:lnTo>
                  <a:lnTo>
                    <a:pt x="165875" y="440161"/>
                  </a:lnTo>
                  <a:lnTo>
                    <a:pt x="124785" y="424697"/>
                  </a:lnTo>
                  <a:lnTo>
                    <a:pt x="87503" y="401513"/>
                  </a:lnTo>
                  <a:lnTo>
                    <a:pt x="55459" y="371503"/>
                  </a:lnTo>
                  <a:lnTo>
                    <a:pt x="29885" y="335814"/>
                  </a:lnTo>
                  <a:lnTo>
                    <a:pt x="11765" y="295826"/>
                  </a:lnTo>
                  <a:lnTo>
                    <a:pt x="1796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30" y="172975"/>
                  </a:lnTo>
                  <a:lnTo>
                    <a:pt x="19842" y="131399"/>
                  </a:lnTo>
                  <a:lnTo>
                    <a:pt x="41795" y="93378"/>
                  </a:lnTo>
                  <a:lnTo>
                    <a:pt x="70743" y="60371"/>
                  </a:lnTo>
                  <a:lnTo>
                    <a:pt x="105575" y="33645"/>
                  </a:lnTo>
                  <a:lnTo>
                    <a:pt x="144951" y="14232"/>
                  </a:lnTo>
                  <a:lnTo>
                    <a:pt x="187358" y="2869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3"/>
                  </a:lnTo>
                  <a:lnTo>
                    <a:pt x="316268" y="19841"/>
                  </a:lnTo>
                  <a:lnTo>
                    <a:pt x="354289" y="41792"/>
                  </a:lnTo>
                  <a:lnTo>
                    <a:pt x="387297" y="70738"/>
                  </a:lnTo>
                  <a:lnTo>
                    <a:pt x="414023" y="105570"/>
                  </a:lnTo>
                  <a:lnTo>
                    <a:pt x="433440" y="144947"/>
                  </a:lnTo>
                  <a:lnTo>
                    <a:pt x="444803" y="187356"/>
                  </a:lnTo>
                  <a:lnTo>
                    <a:pt x="447674" y="216506"/>
                  </a:lnTo>
                  <a:lnTo>
                    <a:pt x="447674" y="223835"/>
                  </a:lnTo>
                  <a:lnTo>
                    <a:pt x="447674" y="231167"/>
                  </a:lnTo>
                  <a:lnTo>
                    <a:pt x="441943" y="274695"/>
                  </a:lnTo>
                  <a:lnTo>
                    <a:pt x="427830" y="316267"/>
                  </a:lnTo>
                  <a:lnTo>
                    <a:pt x="405878" y="354286"/>
                  </a:lnTo>
                  <a:lnTo>
                    <a:pt x="376930" y="387295"/>
                  </a:lnTo>
                  <a:lnTo>
                    <a:pt x="342098" y="414019"/>
                  </a:lnTo>
                  <a:lnTo>
                    <a:pt x="302722" y="433436"/>
                  </a:lnTo>
                  <a:lnTo>
                    <a:pt x="260315" y="444803"/>
                  </a:lnTo>
                  <a:lnTo>
                    <a:pt x="238481" y="447314"/>
                  </a:lnTo>
                  <a:lnTo>
                    <a:pt x="231168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899" y="6105523"/>
              <a:ext cx="438149" cy="438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86137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69"/>
                  </a:lnTo>
                  <a:lnTo>
                    <a:pt x="447315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3" y="260316"/>
                  </a:lnTo>
                  <a:lnTo>
                    <a:pt x="443373" y="267504"/>
                  </a:lnTo>
                  <a:lnTo>
                    <a:pt x="441943" y="274697"/>
                  </a:lnTo>
                  <a:lnTo>
                    <a:pt x="430635" y="309494"/>
                  </a:lnTo>
                  <a:lnTo>
                    <a:pt x="427830" y="316269"/>
                  </a:lnTo>
                  <a:lnTo>
                    <a:pt x="409951" y="348193"/>
                  </a:lnTo>
                  <a:lnTo>
                    <a:pt x="405878" y="354288"/>
                  </a:lnTo>
                  <a:lnTo>
                    <a:pt x="401516" y="360170"/>
                  </a:lnTo>
                  <a:lnTo>
                    <a:pt x="396866" y="365838"/>
                  </a:lnTo>
                  <a:lnTo>
                    <a:pt x="392215" y="371505"/>
                  </a:lnTo>
                  <a:lnTo>
                    <a:pt x="387298" y="376930"/>
                  </a:lnTo>
                  <a:lnTo>
                    <a:pt x="382114" y="382113"/>
                  </a:lnTo>
                  <a:lnTo>
                    <a:pt x="376930" y="387296"/>
                  </a:lnTo>
                  <a:lnTo>
                    <a:pt x="371505" y="392215"/>
                  </a:lnTo>
                  <a:lnTo>
                    <a:pt x="365838" y="396863"/>
                  </a:lnTo>
                  <a:lnTo>
                    <a:pt x="360171" y="401514"/>
                  </a:lnTo>
                  <a:lnTo>
                    <a:pt x="354289" y="405877"/>
                  </a:lnTo>
                  <a:lnTo>
                    <a:pt x="348194" y="409949"/>
                  </a:lnTo>
                  <a:lnTo>
                    <a:pt x="342099" y="414021"/>
                  </a:lnTo>
                  <a:lnTo>
                    <a:pt x="309495" y="430631"/>
                  </a:lnTo>
                  <a:lnTo>
                    <a:pt x="302723" y="433438"/>
                  </a:lnTo>
                  <a:lnTo>
                    <a:pt x="267505" y="443372"/>
                  </a:lnTo>
                  <a:lnTo>
                    <a:pt x="260315" y="444805"/>
                  </a:lnTo>
                  <a:lnTo>
                    <a:pt x="253072" y="445882"/>
                  </a:lnTo>
                  <a:lnTo>
                    <a:pt x="245777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6" y="447674"/>
                  </a:lnTo>
                  <a:lnTo>
                    <a:pt x="180168" y="443372"/>
                  </a:lnTo>
                  <a:lnTo>
                    <a:pt x="172978" y="441942"/>
                  </a:lnTo>
                  <a:lnTo>
                    <a:pt x="165876" y="440163"/>
                  </a:lnTo>
                  <a:lnTo>
                    <a:pt x="158860" y="438035"/>
                  </a:lnTo>
                  <a:lnTo>
                    <a:pt x="151845" y="435907"/>
                  </a:lnTo>
                  <a:lnTo>
                    <a:pt x="144951" y="433440"/>
                  </a:lnTo>
                  <a:lnTo>
                    <a:pt x="138178" y="430633"/>
                  </a:lnTo>
                  <a:lnTo>
                    <a:pt x="131405" y="427829"/>
                  </a:lnTo>
                  <a:lnTo>
                    <a:pt x="124786" y="424699"/>
                  </a:lnTo>
                  <a:lnTo>
                    <a:pt x="118320" y="421242"/>
                  </a:lnTo>
                  <a:lnTo>
                    <a:pt x="111855" y="417786"/>
                  </a:lnTo>
                  <a:lnTo>
                    <a:pt x="76169" y="392215"/>
                  </a:lnTo>
                  <a:lnTo>
                    <a:pt x="65560" y="382113"/>
                  </a:lnTo>
                  <a:lnTo>
                    <a:pt x="60376" y="376930"/>
                  </a:lnTo>
                  <a:lnTo>
                    <a:pt x="55459" y="371505"/>
                  </a:lnTo>
                  <a:lnTo>
                    <a:pt x="50808" y="365838"/>
                  </a:lnTo>
                  <a:lnTo>
                    <a:pt x="46157" y="360170"/>
                  </a:lnTo>
                  <a:lnTo>
                    <a:pt x="22973" y="322886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11765" y="295828"/>
                  </a:lnTo>
                  <a:lnTo>
                    <a:pt x="9637" y="288812"/>
                  </a:lnTo>
                  <a:lnTo>
                    <a:pt x="7509" y="281797"/>
                  </a:lnTo>
                  <a:lnTo>
                    <a:pt x="5730" y="274695"/>
                  </a:lnTo>
                  <a:lnTo>
                    <a:pt x="4300" y="267501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7"/>
                  </a:lnTo>
                  <a:lnTo>
                    <a:pt x="17037" y="138175"/>
                  </a:lnTo>
                  <a:lnTo>
                    <a:pt x="19843" y="131401"/>
                  </a:lnTo>
                  <a:lnTo>
                    <a:pt x="41795" y="93380"/>
                  </a:lnTo>
                  <a:lnTo>
                    <a:pt x="50808" y="81832"/>
                  </a:lnTo>
                  <a:lnTo>
                    <a:pt x="55459" y="76164"/>
                  </a:lnTo>
                  <a:lnTo>
                    <a:pt x="87503" y="46157"/>
                  </a:lnTo>
                  <a:lnTo>
                    <a:pt x="124786" y="22973"/>
                  </a:lnTo>
                  <a:lnTo>
                    <a:pt x="165876" y="7513"/>
                  </a:lnTo>
                  <a:lnTo>
                    <a:pt x="201897" y="1079"/>
                  </a:lnTo>
                  <a:lnTo>
                    <a:pt x="209193" y="360"/>
                  </a:lnTo>
                  <a:lnTo>
                    <a:pt x="216506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1" y="360"/>
                  </a:lnTo>
                  <a:lnTo>
                    <a:pt x="245777" y="1079"/>
                  </a:lnTo>
                  <a:lnTo>
                    <a:pt x="253073" y="1797"/>
                  </a:lnTo>
                  <a:lnTo>
                    <a:pt x="295829" y="11769"/>
                  </a:lnTo>
                  <a:lnTo>
                    <a:pt x="329353" y="26430"/>
                  </a:lnTo>
                  <a:lnTo>
                    <a:pt x="335818" y="29884"/>
                  </a:lnTo>
                  <a:lnTo>
                    <a:pt x="371505" y="55457"/>
                  </a:lnTo>
                  <a:lnTo>
                    <a:pt x="382114" y="65556"/>
                  </a:lnTo>
                  <a:lnTo>
                    <a:pt x="387298" y="70740"/>
                  </a:lnTo>
                  <a:lnTo>
                    <a:pt x="392215" y="76164"/>
                  </a:lnTo>
                  <a:lnTo>
                    <a:pt x="396866" y="81832"/>
                  </a:lnTo>
                  <a:lnTo>
                    <a:pt x="401516" y="87499"/>
                  </a:lnTo>
                  <a:lnTo>
                    <a:pt x="424699" y="124783"/>
                  </a:lnTo>
                  <a:lnTo>
                    <a:pt x="430635" y="138175"/>
                  </a:lnTo>
                  <a:lnTo>
                    <a:pt x="433441" y="144949"/>
                  </a:lnTo>
                  <a:lnTo>
                    <a:pt x="444803" y="187358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37172" y="7007225"/>
            <a:ext cx="2139315" cy="52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01</a:t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Indexação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7588" y="7896859"/>
            <a:ext cx="451866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715" marR="5080" indent="-882650">
              <a:lnSpc>
                <a:spcPct val="113599"/>
              </a:lnSpc>
              <a:spcBef>
                <a:spcPts val="10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fine_tuned_report_model — 768 dim. Fora do repositório.</a:t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6524" y="5800723"/>
            <a:ext cx="5314950" cy="3000375"/>
            <a:chOff x="6486524" y="5800723"/>
            <a:chExt cx="5314950" cy="3000375"/>
          </a:xfrm>
        </p:grpSpPr>
        <p:sp>
          <p:nvSpPr>
            <p:cNvPr id="13" name="object 13"/>
            <p:cNvSpPr/>
            <p:nvPr/>
          </p:nvSpPr>
          <p:spPr>
            <a:xfrm>
              <a:off x="6491287" y="5805485"/>
              <a:ext cx="5305425" cy="2990850"/>
            </a:xfrm>
            <a:custGeom>
              <a:avLst/>
              <a:gdLst/>
              <a:ahLst/>
              <a:cxnLst/>
              <a:rect l="l" t="t" r="r" b="b"/>
              <a:pathLst>
                <a:path w="5305425" h="2990850">
                  <a:moveTo>
                    <a:pt x="5157787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7" y="2982221"/>
                  </a:lnTo>
                  <a:lnTo>
                    <a:pt x="59681" y="2961785"/>
                  </a:lnTo>
                  <a:lnTo>
                    <a:pt x="29058" y="2931162"/>
                  </a:lnTo>
                  <a:lnTo>
                    <a:pt x="8625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5" y="104776"/>
                  </a:lnTo>
                  <a:lnTo>
                    <a:pt x="24881" y="65612"/>
                  </a:lnTo>
                  <a:lnTo>
                    <a:pt x="53975" y="33507"/>
                  </a:lnTo>
                  <a:lnTo>
                    <a:pt x="91138" y="11233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54"/>
                  </a:lnTo>
                  <a:lnTo>
                    <a:pt x="5239808" y="24880"/>
                  </a:lnTo>
                  <a:lnTo>
                    <a:pt x="5271912" y="53973"/>
                  </a:lnTo>
                  <a:lnTo>
                    <a:pt x="5294184" y="91136"/>
                  </a:lnTo>
                  <a:lnTo>
                    <a:pt x="5304714" y="133165"/>
                  </a:lnTo>
                  <a:lnTo>
                    <a:pt x="5305424" y="147637"/>
                  </a:lnTo>
                  <a:lnTo>
                    <a:pt x="5305424" y="2843212"/>
                  </a:lnTo>
                  <a:lnTo>
                    <a:pt x="5299067" y="2886064"/>
                  </a:lnTo>
                  <a:lnTo>
                    <a:pt x="5280541" y="2925230"/>
                  </a:lnTo>
                  <a:lnTo>
                    <a:pt x="5251448" y="2957333"/>
                  </a:lnTo>
                  <a:lnTo>
                    <a:pt x="5214283" y="2979603"/>
                  </a:lnTo>
                  <a:lnTo>
                    <a:pt x="5172257" y="2990137"/>
                  </a:lnTo>
                  <a:lnTo>
                    <a:pt x="5157787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91287" y="5805485"/>
              <a:ext cx="5305425" cy="2990850"/>
            </a:xfrm>
            <a:custGeom>
              <a:avLst/>
              <a:gdLst/>
              <a:ahLst/>
              <a:cxnLst/>
              <a:rect l="l" t="t" r="r" b="b"/>
              <a:pathLst>
                <a:path w="5305425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5" y="97904"/>
                  </a:lnTo>
                  <a:lnTo>
                    <a:pt x="29058" y="59679"/>
                  </a:lnTo>
                  <a:lnTo>
                    <a:pt x="59681" y="29055"/>
                  </a:lnTo>
                  <a:lnTo>
                    <a:pt x="97907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54"/>
                  </a:lnTo>
                  <a:lnTo>
                    <a:pt x="5239808" y="24880"/>
                  </a:lnTo>
                  <a:lnTo>
                    <a:pt x="5271912" y="53973"/>
                  </a:lnTo>
                  <a:lnTo>
                    <a:pt x="5294184" y="91136"/>
                  </a:lnTo>
                  <a:lnTo>
                    <a:pt x="5304714" y="133165"/>
                  </a:lnTo>
                  <a:lnTo>
                    <a:pt x="5305424" y="147637"/>
                  </a:lnTo>
                  <a:lnTo>
                    <a:pt x="5305424" y="2843212"/>
                  </a:lnTo>
                  <a:lnTo>
                    <a:pt x="5299067" y="2886064"/>
                  </a:lnTo>
                  <a:lnTo>
                    <a:pt x="5280541" y="2925230"/>
                  </a:lnTo>
                  <a:lnTo>
                    <a:pt x="5251448" y="2957333"/>
                  </a:lnTo>
                  <a:lnTo>
                    <a:pt x="5214283" y="2979603"/>
                  </a:lnTo>
                  <a:lnTo>
                    <a:pt x="5172257" y="2990137"/>
                  </a:lnTo>
                  <a:lnTo>
                    <a:pt x="5157787" y="2990849"/>
                  </a:lnTo>
                  <a:lnTo>
                    <a:pt x="147637" y="2990849"/>
                  </a:lnTo>
                  <a:lnTo>
                    <a:pt x="104779" y="2984492"/>
                  </a:lnTo>
                  <a:lnTo>
                    <a:pt x="65614" y="2965962"/>
                  </a:lnTo>
                  <a:lnTo>
                    <a:pt x="33510" y="2936869"/>
                  </a:lnTo>
                  <a:lnTo>
                    <a:pt x="11237" y="2899706"/>
                  </a:lnTo>
                  <a:lnTo>
                    <a:pt x="709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20162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3"/>
                  </a:moveTo>
                  <a:lnTo>
                    <a:pt x="216506" y="447673"/>
                  </a:lnTo>
                  <a:lnTo>
                    <a:pt x="209193" y="447314"/>
                  </a:lnTo>
                  <a:lnTo>
                    <a:pt x="165875" y="440161"/>
                  </a:lnTo>
                  <a:lnTo>
                    <a:pt x="124786" y="424697"/>
                  </a:lnTo>
                  <a:lnTo>
                    <a:pt x="87503" y="401513"/>
                  </a:lnTo>
                  <a:lnTo>
                    <a:pt x="55458" y="371503"/>
                  </a:lnTo>
                  <a:lnTo>
                    <a:pt x="29886" y="335814"/>
                  </a:lnTo>
                  <a:lnTo>
                    <a:pt x="11765" y="295826"/>
                  </a:lnTo>
                  <a:lnTo>
                    <a:pt x="1795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30" y="172975"/>
                  </a:lnTo>
                  <a:lnTo>
                    <a:pt x="19842" y="131399"/>
                  </a:lnTo>
                  <a:lnTo>
                    <a:pt x="41795" y="93378"/>
                  </a:lnTo>
                  <a:lnTo>
                    <a:pt x="70743" y="60371"/>
                  </a:lnTo>
                  <a:lnTo>
                    <a:pt x="105574" y="33645"/>
                  </a:lnTo>
                  <a:lnTo>
                    <a:pt x="144950" y="14232"/>
                  </a:lnTo>
                  <a:lnTo>
                    <a:pt x="187358" y="2869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33"/>
                  </a:lnTo>
                  <a:lnTo>
                    <a:pt x="316267" y="19841"/>
                  </a:lnTo>
                  <a:lnTo>
                    <a:pt x="354288" y="41792"/>
                  </a:lnTo>
                  <a:lnTo>
                    <a:pt x="387296" y="70738"/>
                  </a:lnTo>
                  <a:lnTo>
                    <a:pt x="414022" y="105570"/>
                  </a:lnTo>
                  <a:lnTo>
                    <a:pt x="433439" y="144947"/>
                  </a:lnTo>
                  <a:lnTo>
                    <a:pt x="444803" y="187356"/>
                  </a:lnTo>
                  <a:lnTo>
                    <a:pt x="447674" y="216506"/>
                  </a:lnTo>
                  <a:lnTo>
                    <a:pt x="447674" y="223835"/>
                  </a:lnTo>
                  <a:lnTo>
                    <a:pt x="447674" y="231167"/>
                  </a:lnTo>
                  <a:lnTo>
                    <a:pt x="441942" y="274695"/>
                  </a:lnTo>
                  <a:lnTo>
                    <a:pt x="427829" y="316267"/>
                  </a:lnTo>
                  <a:lnTo>
                    <a:pt x="405876" y="354286"/>
                  </a:lnTo>
                  <a:lnTo>
                    <a:pt x="376928" y="387295"/>
                  </a:lnTo>
                  <a:lnTo>
                    <a:pt x="342097" y="414019"/>
                  </a:lnTo>
                  <a:lnTo>
                    <a:pt x="302722" y="433436"/>
                  </a:lnTo>
                  <a:lnTo>
                    <a:pt x="260314" y="444803"/>
                  </a:lnTo>
                  <a:lnTo>
                    <a:pt x="238481" y="447314"/>
                  </a:lnTo>
                  <a:lnTo>
                    <a:pt x="231167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4924" y="6105523"/>
              <a:ext cx="438149" cy="4381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20161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5" y="231169"/>
                  </a:lnTo>
                  <a:lnTo>
                    <a:pt x="447316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3" y="260316"/>
                  </a:lnTo>
                  <a:lnTo>
                    <a:pt x="443372" y="267504"/>
                  </a:lnTo>
                  <a:lnTo>
                    <a:pt x="441942" y="274697"/>
                  </a:lnTo>
                  <a:lnTo>
                    <a:pt x="440163" y="281799"/>
                  </a:lnTo>
                  <a:lnTo>
                    <a:pt x="438035" y="288815"/>
                  </a:lnTo>
                  <a:lnTo>
                    <a:pt x="435907" y="295830"/>
                  </a:lnTo>
                  <a:lnTo>
                    <a:pt x="433440" y="302723"/>
                  </a:lnTo>
                  <a:lnTo>
                    <a:pt x="430635" y="309494"/>
                  </a:lnTo>
                  <a:lnTo>
                    <a:pt x="427829" y="316269"/>
                  </a:lnTo>
                  <a:lnTo>
                    <a:pt x="424699" y="322886"/>
                  </a:lnTo>
                  <a:lnTo>
                    <a:pt x="421242" y="329351"/>
                  </a:lnTo>
                  <a:lnTo>
                    <a:pt x="417787" y="335816"/>
                  </a:lnTo>
                  <a:lnTo>
                    <a:pt x="414022" y="342097"/>
                  </a:lnTo>
                  <a:lnTo>
                    <a:pt x="409949" y="348193"/>
                  </a:lnTo>
                  <a:lnTo>
                    <a:pt x="405877" y="354288"/>
                  </a:lnTo>
                  <a:lnTo>
                    <a:pt x="401515" y="360170"/>
                  </a:lnTo>
                  <a:lnTo>
                    <a:pt x="396865" y="365838"/>
                  </a:lnTo>
                  <a:lnTo>
                    <a:pt x="392214" y="371505"/>
                  </a:lnTo>
                  <a:lnTo>
                    <a:pt x="387297" y="376930"/>
                  </a:lnTo>
                  <a:lnTo>
                    <a:pt x="382113" y="382113"/>
                  </a:lnTo>
                  <a:lnTo>
                    <a:pt x="376929" y="387296"/>
                  </a:lnTo>
                  <a:lnTo>
                    <a:pt x="371504" y="392215"/>
                  </a:lnTo>
                  <a:lnTo>
                    <a:pt x="365836" y="396863"/>
                  </a:lnTo>
                  <a:lnTo>
                    <a:pt x="360170" y="401514"/>
                  </a:lnTo>
                  <a:lnTo>
                    <a:pt x="354288" y="405877"/>
                  </a:lnTo>
                  <a:lnTo>
                    <a:pt x="348192" y="409949"/>
                  </a:lnTo>
                  <a:lnTo>
                    <a:pt x="342098" y="414021"/>
                  </a:lnTo>
                  <a:lnTo>
                    <a:pt x="309495" y="430631"/>
                  </a:lnTo>
                  <a:lnTo>
                    <a:pt x="302722" y="433438"/>
                  </a:lnTo>
                  <a:lnTo>
                    <a:pt x="267505" y="443372"/>
                  </a:lnTo>
                  <a:lnTo>
                    <a:pt x="260315" y="444805"/>
                  </a:lnTo>
                  <a:lnTo>
                    <a:pt x="253073" y="445882"/>
                  </a:lnTo>
                  <a:lnTo>
                    <a:pt x="245778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8" y="441942"/>
                  </a:lnTo>
                  <a:lnTo>
                    <a:pt x="165876" y="440163"/>
                  </a:lnTo>
                  <a:lnTo>
                    <a:pt x="158861" y="438035"/>
                  </a:lnTo>
                  <a:lnTo>
                    <a:pt x="151846" y="435907"/>
                  </a:lnTo>
                  <a:lnTo>
                    <a:pt x="144952" y="433440"/>
                  </a:lnTo>
                  <a:lnTo>
                    <a:pt x="138178" y="430633"/>
                  </a:lnTo>
                  <a:lnTo>
                    <a:pt x="131405" y="427829"/>
                  </a:lnTo>
                  <a:lnTo>
                    <a:pt x="124787" y="424699"/>
                  </a:lnTo>
                  <a:lnTo>
                    <a:pt x="118321" y="421242"/>
                  </a:lnTo>
                  <a:lnTo>
                    <a:pt x="111856" y="417786"/>
                  </a:lnTo>
                  <a:lnTo>
                    <a:pt x="76170" y="392215"/>
                  </a:lnTo>
                  <a:lnTo>
                    <a:pt x="65560" y="382113"/>
                  </a:lnTo>
                  <a:lnTo>
                    <a:pt x="60376" y="376930"/>
                  </a:lnTo>
                  <a:lnTo>
                    <a:pt x="55459" y="371505"/>
                  </a:lnTo>
                  <a:lnTo>
                    <a:pt x="50808" y="365838"/>
                  </a:lnTo>
                  <a:lnTo>
                    <a:pt x="46157" y="360170"/>
                  </a:lnTo>
                  <a:lnTo>
                    <a:pt x="41795" y="354288"/>
                  </a:lnTo>
                  <a:lnTo>
                    <a:pt x="37723" y="348193"/>
                  </a:lnTo>
                  <a:lnTo>
                    <a:pt x="33650" y="342097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4299" y="267501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7"/>
                  </a:lnTo>
                  <a:lnTo>
                    <a:pt x="9638" y="158859"/>
                  </a:lnTo>
                  <a:lnTo>
                    <a:pt x="11766" y="151844"/>
                  </a:lnTo>
                  <a:lnTo>
                    <a:pt x="29885" y="111853"/>
                  </a:lnTo>
                  <a:lnTo>
                    <a:pt x="50808" y="81832"/>
                  </a:lnTo>
                  <a:lnTo>
                    <a:pt x="55459" y="76164"/>
                  </a:lnTo>
                  <a:lnTo>
                    <a:pt x="87503" y="46157"/>
                  </a:lnTo>
                  <a:lnTo>
                    <a:pt x="118321" y="26429"/>
                  </a:lnTo>
                  <a:lnTo>
                    <a:pt x="124786" y="22973"/>
                  </a:lnTo>
                  <a:lnTo>
                    <a:pt x="165875" y="7513"/>
                  </a:lnTo>
                  <a:lnTo>
                    <a:pt x="201898" y="1079"/>
                  </a:lnTo>
                  <a:lnTo>
                    <a:pt x="209193" y="360"/>
                  </a:lnTo>
                  <a:lnTo>
                    <a:pt x="216507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1" y="360"/>
                  </a:lnTo>
                  <a:lnTo>
                    <a:pt x="245777" y="1079"/>
                  </a:lnTo>
                  <a:lnTo>
                    <a:pt x="253072" y="1797"/>
                  </a:lnTo>
                  <a:lnTo>
                    <a:pt x="295828" y="11769"/>
                  </a:lnTo>
                  <a:lnTo>
                    <a:pt x="329352" y="26430"/>
                  </a:lnTo>
                  <a:lnTo>
                    <a:pt x="335817" y="29884"/>
                  </a:lnTo>
                  <a:lnTo>
                    <a:pt x="371504" y="55457"/>
                  </a:lnTo>
                  <a:lnTo>
                    <a:pt x="396864" y="81832"/>
                  </a:lnTo>
                  <a:lnTo>
                    <a:pt x="401515" y="87499"/>
                  </a:lnTo>
                  <a:lnTo>
                    <a:pt x="421242" y="118318"/>
                  </a:lnTo>
                  <a:lnTo>
                    <a:pt x="424698" y="124783"/>
                  </a:lnTo>
                  <a:lnTo>
                    <a:pt x="427829" y="131401"/>
                  </a:lnTo>
                  <a:lnTo>
                    <a:pt x="430634" y="138175"/>
                  </a:lnTo>
                  <a:lnTo>
                    <a:pt x="433440" y="144949"/>
                  </a:lnTo>
                  <a:lnTo>
                    <a:pt x="444803" y="187358"/>
                  </a:lnTo>
                  <a:lnTo>
                    <a:pt x="446597" y="201899"/>
                  </a:lnTo>
                  <a:lnTo>
                    <a:pt x="447316" y="209193"/>
                  </a:lnTo>
                  <a:lnTo>
                    <a:pt x="447675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66743" y="6854825"/>
            <a:ext cx="4354830" cy="163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02</a:t>
            </a:r>
            <a:endParaRPr sz="950">
              <a:latin typeface="Consolas"/>
              <a:cs typeface="Consolas"/>
            </a:endParaRPr>
          </a:p>
          <a:p>
            <a:pPr marL="1047750" marR="1040130" indent="-635" algn="ctr">
              <a:lnSpc>
                <a:spcPts val="2400"/>
              </a:lnSpc>
              <a:spcBef>
                <a:spcPts val="36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Consulta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3599"/>
              </a:lnSpc>
              <a:spcBef>
                <a:spcPts val="187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Xenova/MPNet vanilla em ONNX — 768 dim. Aplicado em cada chamada.</a:t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030074" y="5800723"/>
            <a:ext cx="5305425" cy="3000375"/>
            <a:chOff x="12030074" y="5800723"/>
            <a:chExt cx="5305425" cy="3000375"/>
          </a:xfrm>
        </p:grpSpPr>
        <p:sp>
          <p:nvSpPr>
            <p:cNvPr id="20" name="object 20"/>
            <p:cNvSpPr/>
            <p:nvPr/>
          </p:nvSpPr>
          <p:spPr>
            <a:xfrm>
              <a:off x="12034836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5148262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6" y="2982221"/>
                  </a:lnTo>
                  <a:lnTo>
                    <a:pt x="59680" y="2961785"/>
                  </a:lnTo>
                  <a:lnTo>
                    <a:pt x="29056" y="2931162"/>
                  </a:lnTo>
                  <a:lnTo>
                    <a:pt x="8625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4" y="104776"/>
                  </a:lnTo>
                  <a:lnTo>
                    <a:pt x="24878" y="65612"/>
                  </a:lnTo>
                  <a:lnTo>
                    <a:pt x="53974" y="33507"/>
                  </a:lnTo>
                  <a:lnTo>
                    <a:pt x="91137" y="11233"/>
                  </a:lnTo>
                  <a:lnTo>
                    <a:pt x="133165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3" y="24880"/>
                  </a:lnTo>
                  <a:lnTo>
                    <a:pt x="5262387" y="53973"/>
                  </a:lnTo>
                  <a:lnTo>
                    <a:pt x="5284659" y="91136"/>
                  </a:lnTo>
                  <a:lnTo>
                    <a:pt x="5295189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2" y="2886064"/>
                  </a:lnTo>
                  <a:lnTo>
                    <a:pt x="5271016" y="2925230"/>
                  </a:lnTo>
                  <a:lnTo>
                    <a:pt x="5241921" y="2957333"/>
                  </a:lnTo>
                  <a:lnTo>
                    <a:pt x="5204758" y="2979603"/>
                  </a:lnTo>
                  <a:lnTo>
                    <a:pt x="5162732" y="2990137"/>
                  </a:lnTo>
                  <a:lnTo>
                    <a:pt x="5148262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34836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5" y="97904"/>
                  </a:lnTo>
                  <a:lnTo>
                    <a:pt x="29056" y="59679"/>
                  </a:lnTo>
                  <a:lnTo>
                    <a:pt x="59680" y="29055"/>
                  </a:lnTo>
                  <a:lnTo>
                    <a:pt x="97906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3" y="24880"/>
                  </a:lnTo>
                  <a:lnTo>
                    <a:pt x="5262387" y="53973"/>
                  </a:lnTo>
                  <a:lnTo>
                    <a:pt x="5284659" y="91136"/>
                  </a:lnTo>
                  <a:lnTo>
                    <a:pt x="5295189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2" y="2886064"/>
                  </a:lnTo>
                  <a:lnTo>
                    <a:pt x="5271016" y="2925230"/>
                  </a:lnTo>
                  <a:lnTo>
                    <a:pt x="5241921" y="2957333"/>
                  </a:lnTo>
                  <a:lnTo>
                    <a:pt x="5204758" y="2979603"/>
                  </a:lnTo>
                  <a:lnTo>
                    <a:pt x="5162732" y="2990137"/>
                  </a:lnTo>
                  <a:lnTo>
                    <a:pt x="5148262" y="2990849"/>
                  </a:lnTo>
                  <a:lnTo>
                    <a:pt x="147637" y="2990849"/>
                  </a:lnTo>
                  <a:lnTo>
                    <a:pt x="104779" y="2984492"/>
                  </a:lnTo>
                  <a:lnTo>
                    <a:pt x="65612" y="2965962"/>
                  </a:lnTo>
                  <a:lnTo>
                    <a:pt x="33509" y="2936869"/>
                  </a:lnTo>
                  <a:lnTo>
                    <a:pt x="11236" y="2899706"/>
                  </a:lnTo>
                  <a:lnTo>
                    <a:pt x="708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454187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3"/>
                  </a:moveTo>
                  <a:lnTo>
                    <a:pt x="216506" y="447673"/>
                  </a:lnTo>
                  <a:lnTo>
                    <a:pt x="209193" y="447314"/>
                  </a:lnTo>
                  <a:lnTo>
                    <a:pt x="165873" y="440161"/>
                  </a:lnTo>
                  <a:lnTo>
                    <a:pt x="124784" y="424697"/>
                  </a:lnTo>
                  <a:lnTo>
                    <a:pt x="87501" y="401513"/>
                  </a:lnTo>
                  <a:lnTo>
                    <a:pt x="55459" y="371503"/>
                  </a:lnTo>
                  <a:lnTo>
                    <a:pt x="29884" y="335814"/>
                  </a:lnTo>
                  <a:lnTo>
                    <a:pt x="11765" y="295826"/>
                  </a:lnTo>
                  <a:lnTo>
                    <a:pt x="1794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29" y="172975"/>
                  </a:lnTo>
                  <a:lnTo>
                    <a:pt x="19841" y="131399"/>
                  </a:lnTo>
                  <a:lnTo>
                    <a:pt x="41793" y="93378"/>
                  </a:lnTo>
                  <a:lnTo>
                    <a:pt x="70743" y="60371"/>
                  </a:lnTo>
                  <a:lnTo>
                    <a:pt x="105573" y="33645"/>
                  </a:lnTo>
                  <a:lnTo>
                    <a:pt x="144948" y="14232"/>
                  </a:lnTo>
                  <a:lnTo>
                    <a:pt x="187357" y="2869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33"/>
                  </a:lnTo>
                  <a:lnTo>
                    <a:pt x="316267" y="19841"/>
                  </a:lnTo>
                  <a:lnTo>
                    <a:pt x="354288" y="41792"/>
                  </a:lnTo>
                  <a:lnTo>
                    <a:pt x="387296" y="70738"/>
                  </a:lnTo>
                  <a:lnTo>
                    <a:pt x="414021" y="105570"/>
                  </a:lnTo>
                  <a:lnTo>
                    <a:pt x="433438" y="144947"/>
                  </a:lnTo>
                  <a:lnTo>
                    <a:pt x="444803" y="187356"/>
                  </a:lnTo>
                  <a:lnTo>
                    <a:pt x="447673" y="216506"/>
                  </a:lnTo>
                  <a:lnTo>
                    <a:pt x="447673" y="223835"/>
                  </a:lnTo>
                  <a:lnTo>
                    <a:pt x="447673" y="231167"/>
                  </a:lnTo>
                  <a:lnTo>
                    <a:pt x="441941" y="274695"/>
                  </a:lnTo>
                  <a:lnTo>
                    <a:pt x="427828" y="316267"/>
                  </a:lnTo>
                  <a:lnTo>
                    <a:pt x="405875" y="354286"/>
                  </a:lnTo>
                  <a:lnTo>
                    <a:pt x="376930" y="387295"/>
                  </a:lnTo>
                  <a:lnTo>
                    <a:pt x="342097" y="414019"/>
                  </a:lnTo>
                  <a:lnTo>
                    <a:pt x="302721" y="433436"/>
                  </a:lnTo>
                  <a:lnTo>
                    <a:pt x="260315" y="444803"/>
                  </a:lnTo>
                  <a:lnTo>
                    <a:pt x="238480" y="447314"/>
                  </a:lnTo>
                  <a:lnTo>
                    <a:pt x="231167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58948" y="6105523"/>
              <a:ext cx="438149" cy="4381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454186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69"/>
                  </a:lnTo>
                  <a:lnTo>
                    <a:pt x="447315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4" y="260316"/>
                  </a:lnTo>
                  <a:lnTo>
                    <a:pt x="443372" y="267504"/>
                  </a:lnTo>
                  <a:lnTo>
                    <a:pt x="441942" y="274697"/>
                  </a:lnTo>
                  <a:lnTo>
                    <a:pt x="430634" y="309494"/>
                  </a:lnTo>
                  <a:lnTo>
                    <a:pt x="427829" y="316269"/>
                  </a:lnTo>
                  <a:lnTo>
                    <a:pt x="424699" y="322886"/>
                  </a:lnTo>
                  <a:lnTo>
                    <a:pt x="421242" y="329351"/>
                  </a:lnTo>
                  <a:lnTo>
                    <a:pt x="417787" y="335816"/>
                  </a:lnTo>
                  <a:lnTo>
                    <a:pt x="392214" y="371505"/>
                  </a:lnTo>
                  <a:lnTo>
                    <a:pt x="382113" y="382113"/>
                  </a:lnTo>
                  <a:lnTo>
                    <a:pt x="376931" y="387296"/>
                  </a:lnTo>
                  <a:lnTo>
                    <a:pt x="371506" y="392215"/>
                  </a:lnTo>
                  <a:lnTo>
                    <a:pt x="365839" y="396863"/>
                  </a:lnTo>
                  <a:lnTo>
                    <a:pt x="360172" y="401514"/>
                  </a:lnTo>
                  <a:lnTo>
                    <a:pt x="354289" y="405877"/>
                  </a:lnTo>
                  <a:lnTo>
                    <a:pt x="348193" y="409949"/>
                  </a:lnTo>
                  <a:lnTo>
                    <a:pt x="342098" y="414021"/>
                  </a:lnTo>
                  <a:lnTo>
                    <a:pt x="309495" y="430631"/>
                  </a:lnTo>
                  <a:lnTo>
                    <a:pt x="302722" y="433438"/>
                  </a:lnTo>
                  <a:lnTo>
                    <a:pt x="267505" y="443372"/>
                  </a:lnTo>
                  <a:lnTo>
                    <a:pt x="260316" y="444805"/>
                  </a:lnTo>
                  <a:lnTo>
                    <a:pt x="253074" y="445882"/>
                  </a:lnTo>
                  <a:lnTo>
                    <a:pt x="245778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7" y="441942"/>
                  </a:lnTo>
                  <a:lnTo>
                    <a:pt x="165874" y="440163"/>
                  </a:lnTo>
                  <a:lnTo>
                    <a:pt x="158860" y="438035"/>
                  </a:lnTo>
                  <a:lnTo>
                    <a:pt x="151844" y="435907"/>
                  </a:lnTo>
                  <a:lnTo>
                    <a:pt x="144949" y="433440"/>
                  </a:lnTo>
                  <a:lnTo>
                    <a:pt x="138176" y="430633"/>
                  </a:lnTo>
                  <a:lnTo>
                    <a:pt x="131403" y="427829"/>
                  </a:lnTo>
                  <a:lnTo>
                    <a:pt x="124785" y="424699"/>
                  </a:lnTo>
                  <a:lnTo>
                    <a:pt x="118320" y="421242"/>
                  </a:lnTo>
                  <a:lnTo>
                    <a:pt x="111855" y="417786"/>
                  </a:lnTo>
                  <a:lnTo>
                    <a:pt x="76169" y="392215"/>
                  </a:lnTo>
                  <a:lnTo>
                    <a:pt x="46157" y="360170"/>
                  </a:lnTo>
                  <a:lnTo>
                    <a:pt x="37722" y="348193"/>
                  </a:lnTo>
                  <a:lnTo>
                    <a:pt x="33649" y="342097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4299" y="267501"/>
                  </a:lnTo>
                  <a:lnTo>
                    <a:pt x="2869" y="260314"/>
                  </a:lnTo>
                  <a:lnTo>
                    <a:pt x="0" y="223837"/>
                  </a:lnTo>
                  <a:lnTo>
                    <a:pt x="1" y="216507"/>
                  </a:lnTo>
                  <a:lnTo>
                    <a:pt x="5731" y="172977"/>
                  </a:lnTo>
                  <a:lnTo>
                    <a:pt x="19842" y="131401"/>
                  </a:lnTo>
                  <a:lnTo>
                    <a:pt x="26430" y="118318"/>
                  </a:lnTo>
                  <a:lnTo>
                    <a:pt x="29885" y="111853"/>
                  </a:lnTo>
                  <a:lnTo>
                    <a:pt x="55460" y="76164"/>
                  </a:lnTo>
                  <a:lnTo>
                    <a:pt x="87502" y="46157"/>
                  </a:lnTo>
                  <a:lnTo>
                    <a:pt x="118320" y="26429"/>
                  </a:lnTo>
                  <a:lnTo>
                    <a:pt x="124785" y="22973"/>
                  </a:lnTo>
                  <a:lnTo>
                    <a:pt x="165874" y="7513"/>
                  </a:lnTo>
                  <a:lnTo>
                    <a:pt x="201898" y="1079"/>
                  </a:lnTo>
                  <a:lnTo>
                    <a:pt x="209194" y="360"/>
                  </a:lnTo>
                  <a:lnTo>
                    <a:pt x="216507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0" y="360"/>
                  </a:lnTo>
                  <a:lnTo>
                    <a:pt x="245776" y="1079"/>
                  </a:lnTo>
                  <a:lnTo>
                    <a:pt x="253072" y="1797"/>
                  </a:lnTo>
                  <a:lnTo>
                    <a:pt x="295828" y="11769"/>
                  </a:lnTo>
                  <a:lnTo>
                    <a:pt x="329353" y="26430"/>
                  </a:lnTo>
                  <a:lnTo>
                    <a:pt x="335818" y="29884"/>
                  </a:lnTo>
                  <a:lnTo>
                    <a:pt x="371506" y="55457"/>
                  </a:lnTo>
                  <a:lnTo>
                    <a:pt x="382113" y="65556"/>
                  </a:lnTo>
                  <a:lnTo>
                    <a:pt x="387297" y="70740"/>
                  </a:lnTo>
                  <a:lnTo>
                    <a:pt x="414022" y="105572"/>
                  </a:lnTo>
                  <a:lnTo>
                    <a:pt x="421242" y="118318"/>
                  </a:lnTo>
                  <a:lnTo>
                    <a:pt x="424699" y="124783"/>
                  </a:lnTo>
                  <a:lnTo>
                    <a:pt x="427829" y="131401"/>
                  </a:lnTo>
                  <a:lnTo>
                    <a:pt x="430634" y="138175"/>
                  </a:lnTo>
                  <a:lnTo>
                    <a:pt x="433439" y="144949"/>
                  </a:lnTo>
                  <a:lnTo>
                    <a:pt x="443372" y="180165"/>
                  </a:lnTo>
                  <a:lnTo>
                    <a:pt x="444804" y="187358"/>
                  </a:lnTo>
                  <a:lnTo>
                    <a:pt x="445878" y="194602"/>
                  </a:lnTo>
                  <a:lnTo>
                    <a:pt x="446598" y="201899"/>
                  </a:lnTo>
                  <a:lnTo>
                    <a:pt x="447315" y="209193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434092" y="6854825"/>
            <a:ext cx="4493895" cy="163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03</a:t>
            </a:r>
            <a:endParaRPr sz="950">
              <a:latin typeface="Consolas"/>
              <a:cs typeface="Consolas"/>
            </a:endParaRPr>
          </a:p>
          <a:p>
            <a:pPr marL="1524635" marR="1517015" algn="ctr">
              <a:lnSpc>
                <a:spcPts val="2400"/>
              </a:lnSpc>
              <a:spcBef>
                <a:spcPts val="365"/>
              </a:spcBef>
            </a:pPr>
            <a:r>
              <a:rPr sz="2250" b="1" dirty="0">
                <a:solidFill>
                  <a:srgbClr val="221712"/>
                </a:solidFill>
                <a:latin typeface="Georgia"/>
                <a:cs typeface="Georgia"/>
              </a:rPr>
              <a:t>Consequência</a:t>
            </a:r>
            <a:r>
              <a:rPr sz="22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250">
              <a:latin typeface="Georgia"/>
              <a:cs typeface="Georgia"/>
            </a:endParaRPr>
          </a:p>
          <a:p>
            <a:pPr marL="885825" marR="5080" indent="-873760">
              <a:lnSpc>
                <a:spcPct val="113599"/>
              </a:lnSpc>
              <a:spcBef>
                <a:spcPts val="187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Recall degradado. Magnitude só será medida no bench neural.</a:t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06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8461275" y="2130425"/>
            <a:ext cx="134810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>LATÊNCIA</a:t>
            </a:r>
            <a:r>
              <a:rPr sz="1100" b="1" spc="29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29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2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8833" y="2501900"/>
            <a:ext cx="4250690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945"/>
              </a:lnSpc>
              <a:spcBef>
                <a:spcPts val="100"/>
              </a:spcBef>
            </a:pP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>Embedder estimado;</a:t>
            </a:r>
            <a:r>
              <a:rPr sz="34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3450">
              <a:latin typeface="Georgia"/>
              <a:cs typeface="Georgia"/>
            </a:endParaRPr>
          </a:p>
          <a:p>
            <a:pPr marL="12065" marR="5080" algn="ctr">
              <a:lnSpc>
                <a:spcPts val="3750"/>
              </a:lnSpc>
              <a:spcBef>
                <a:spcPts val="254"/>
              </a:spcBef>
            </a:pP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>store medido.</a:t>
            </a:r>
            <a:r>
              <a:rPr sz="3450" b="1" spc="-12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114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13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34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345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4571996"/>
            <a:ext cx="7991475" cy="3619500"/>
            <a:chOff x="952499" y="4571996"/>
            <a:chExt cx="7991475" cy="3619500"/>
          </a:xfrm>
        </p:grpSpPr>
        <p:sp>
          <p:nvSpPr>
            <p:cNvPr id="5" name="object 5"/>
            <p:cNvSpPr/>
            <p:nvPr/>
          </p:nvSpPr>
          <p:spPr>
            <a:xfrm>
              <a:off x="957262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7834311" y="3609974"/>
                  </a:moveTo>
                  <a:lnTo>
                    <a:pt x="147637" y="3609974"/>
                  </a:lnTo>
                  <a:lnTo>
                    <a:pt x="140384" y="3609791"/>
                  </a:lnTo>
                  <a:lnTo>
                    <a:pt x="97907" y="3601332"/>
                  </a:lnTo>
                  <a:lnTo>
                    <a:pt x="59682" y="3580896"/>
                  </a:lnTo>
                  <a:lnTo>
                    <a:pt x="29058" y="3550276"/>
                  </a:lnTo>
                  <a:lnTo>
                    <a:pt x="8626" y="3512048"/>
                  </a:lnTo>
                  <a:lnTo>
                    <a:pt x="177" y="3469589"/>
                  </a:lnTo>
                  <a:lnTo>
                    <a:pt x="0" y="3462337"/>
                  </a:lnTo>
                  <a:lnTo>
                    <a:pt x="0" y="147637"/>
                  </a:lnTo>
                  <a:lnTo>
                    <a:pt x="6355" y="104777"/>
                  </a:lnTo>
                  <a:lnTo>
                    <a:pt x="24881" y="65605"/>
                  </a:lnTo>
                  <a:lnTo>
                    <a:pt x="53976" y="33510"/>
                  </a:lnTo>
                  <a:lnTo>
                    <a:pt x="91138" y="11227"/>
                  </a:lnTo>
                  <a:lnTo>
                    <a:pt x="133166" y="710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6" y="53974"/>
                  </a:lnTo>
                  <a:lnTo>
                    <a:pt x="7970709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1" y="3505177"/>
                  </a:lnTo>
                  <a:lnTo>
                    <a:pt x="7957065" y="3544341"/>
                  </a:lnTo>
                  <a:lnTo>
                    <a:pt x="7927971" y="3576445"/>
                  </a:lnTo>
                  <a:lnTo>
                    <a:pt x="7890809" y="3598719"/>
                  </a:lnTo>
                  <a:lnTo>
                    <a:pt x="7848782" y="3609254"/>
                  </a:lnTo>
                  <a:lnTo>
                    <a:pt x="7834311" y="360997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0" y="3462337"/>
                  </a:moveTo>
                  <a:lnTo>
                    <a:pt x="0" y="147637"/>
                  </a:lnTo>
                  <a:lnTo>
                    <a:pt x="177" y="140379"/>
                  </a:lnTo>
                  <a:lnTo>
                    <a:pt x="8626" y="97907"/>
                  </a:lnTo>
                  <a:lnTo>
                    <a:pt x="29058" y="59677"/>
                  </a:lnTo>
                  <a:lnTo>
                    <a:pt x="59682" y="29055"/>
                  </a:lnTo>
                  <a:lnTo>
                    <a:pt x="97907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6" y="53974"/>
                  </a:lnTo>
                  <a:lnTo>
                    <a:pt x="7970709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1" y="3505177"/>
                  </a:lnTo>
                  <a:lnTo>
                    <a:pt x="7957065" y="3544341"/>
                  </a:lnTo>
                  <a:lnTo>
                    <a:pt x="7927971" y="3576445"/>
                  </a:lnTo>
                  <a:lnTo>
                    <a:pt x="7890809" y="3598719"/>
                  </a:lnTo>
                  <a:lnTo>
                    <a:pt x="7848782" y="3609254"/>
                  </a:lnTo>
                  <a:lnTo>
                    <a:pt x="7834311" y="3609974"/>
                  </a:lnTo>
                  <a:lnTo>
                    <a:pt x="147637" y="3609974"/>
                  </a:lnTo>
                  <a:lnTo>
                    <a:pt x="104780" y="3603603"/>
                  </a:lnTo>
                  <a:lnTo>
                    <a:pt x="65614" y="3585073"/>
                  </a:lnTo>
                  <a:lnTo>
                    <a:pt x="33510" y="3555985"/>
                  </a:lnTo>
                  <a:lnTo>
                    <a:pt x="11238" y="3518817"/>
                  </a:lnTo>
                  <a:lnTo>
                    <a:pt x="709" y="3476805"/>
                  </a:lnTo>
                  <a:lnTo>
                    <a:pt x="0" y="346233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3174" y="4959349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Estimativa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65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3174" y="5292724"/>
            <a:ext cx="7290434" cy="19627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4994275">
              <a:lnSpc>
                <a:spcPct val="86600"/>
              </a:lnSpc>
              <a:spcBef>
                <a:spcPts val="555"/>
              </a:spcBef>
            </a:pP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>Embedder e LLM dominam.</a:t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9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850">
              <a:latin typeface="Georgia"/>
              <a:cs typeface="Georgia"/>
            </a:endParaRPr>
          </a:p>
          <a:p>
            <a:pPr marL="12700" marR="5080">
              <a:lnSpc>
                <a:spcPct val="117400"/>
              </a:lnSpc>
              <a:spcBef>
                <a:spcPts val="126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1 query: 80–250 ms local · 60–180 ms OpenAI. LLM 4o-mini: 1,5–4 s por resposta.</a:t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6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6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6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44024" y="4571996"/>
            <a:ext cx="7991475" cy="3619500"/>
            <a:chOff x="9344024" y="4571996"/>
            <a:chExt cx="7991475" cy="3619500"/>
          </a:xfrm>
        </p:grpSpPr>
        <p:sp>
          <p:nvSpPr>
            <p:cNvPr id="10" name="object 10"/>
            <p:cNvSpPr/>
            <p:nvPr/>
          </p:nvSpPr>
          <p:spPr>
            <a:xfrm>
              <a:off x="9348786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7834311" y="3609974"/>
                  </a:moveTo>
                  <a:lnTo>
                    <a:pt x="147637" y="3609974"/>
                  </a:lnTo>
                  <a:lnTo>
                    <a:pt x="140384" y="3609791"/>
                  </a:lnTo>
                  <a:lnTo>
                    <a:pt x="97906" y="3601332"/>
                  </a:lnTo>
                  <a:lnTo>
                    <a:pt x="59681" y="3580896"/>
                  </a:lnTo>
                  <a:lnTo>
                    <a:pt x="29056" y="3550276"/>
                  </a:lnTo>
                  <a:lnTo>
                    <a:pt x="8625" y="3512048"/>
                  </a:lnTo>
                  <a:lnTo>
                    <a:pt x="177" y="3469589"/>
                  </a:lnTo>
                  <a:lnTo>
                    <a:pt x="0" y="3462337"/>
                  </a:lnTo>
                  <a:lnTo>
                    <a:pt x="0" y="147637"/>
                  </a:lnTo>
                  <a:lnTo>
                    <a:pt x="6354" y="104777"/>
                  </a:lnTo>
                  <a:lnTo>
                    <a:pt x="24880" y="65605"/>
                  </a:lnTo>
                  <a:lnTo>
                    <a:pt x="53975" y="33510"/>
                  </a:lnTo>
                  <a:lnTo>
                    <a:pt x="91138" y="11227"/>
                  </a:lnTo>
                  <a:lnTo>
                    <a:pt x="133165" y="710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7" y="53974"/>
                  </a:lnTo>
                  <a:lnTo>
                    <a:pt x="7970708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2" y="3505177"/>
                  </a:lnTo>
                  <a:lnTo>
                    <a:pt x="7957066" y="3544341"/>
                  </a:lnTo>
                  <a:lnTo>
                    <a:pt x="7927970" y="3576445"/>
                  </a:lnTo>
                  <a:lnTo>
                    <a:pt x="7890808" y="3598719"/>
                  </a:lnTo>
                  <a:lnTo>
                    <a:pt x="7848782" y="3609254"/>
                  </a:lnTo>
                  <a:lnTo>
                    <a:pt x="7834311" y="360997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48786" y="4576758"/>
              <a:ext cx="7981950" cy="3609975"/>
            </a:xfrm>
            <a:custGeom>
              <a:avLst/>
              <a:gdLst/>
              <a:ahLst/>
              <a:cxnLst/>
              <a:rect l="l" t="t" r="r" b="b"/>
              <a:pathLst>
                <a:path w="7981950" h="3609975">
                  <a:moveTo>
                    <a:pt x="0" y="3462337"/>
                  </a:moveTo>
                  <a:lnTo>
                    <a:pt x="0" y="147637"/>
                  </a:lnTo>
                  <a:lnTo>
                    <a:pt x="176" y="140379"/>
                  </a:lnTo>
                  <a:lnTo>
                    <a:pt x="8625" y="97907"/>
                  </a:lnTo>
                  <a:lnTo>
                    <a:pt x="29057" y="59677"/>
                  </a:lnTo>
                  <a:lnTo>
                    <a:pt x="59681" y="29055"/>
                  </a:lnTo>
                  <a:lnTo>
                    <a:pt x="97906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7834311" y="0"/>
                  </a:lnTo>
                  <a:lnTo>
                    <a:pt x="7877168" y="6351"/>
                  </a:lnTo>
                  <a:lnTo>
                    <a:pt x="7916333" y="24872"/>
                  </a:lnTo>
                  <a:lnTo>
                    <a:pt x="7948437" y="53974"/>
                  </a:lnTo>
                  <a:lnTo>
                    <a:pt x="7970708" y="91139"/>
                  </a:lnTo>
                  <a:lnTo>
                    <a:pt x="7981239" y="133159"/>
                  </a:lnTo>
                  <a:lnTo>
                    <a:pt x="7981949" y="147637"/>
                  </a:lnTo>
                  <a:lnTo>
                    <a:pt x="7981949" y="3462337"/>
                  </a:lnTo>
                  <a:lnTo>
                    <a:pt x="7975592" y="3505177"/>
                  </a:lnTo>
                  <a:lnTo>
                    <a:pt x="7957066" y="3544341"/>
                  </a:lnTo>
                  <a:lnTo>
                    <a:pt x="7927970" y="3576445"/>
                  </a:lnTo>
                  <a:lnTo>
                    <a:pt x="7890808" y="3598719"/>
                  </a:lnTo>
                  <a:lnTo>
                    <a:pt x="7848782" y="3609254"/>
                  </a:lnTo>
                  <a:lnTo>
                    <a:pt x="7834311" y="3609974"/>
                  </a:lnTo>
                  <a:lnTo>
                    <a:pt x="147637" y="3609974"/>
                  </a:lnTo>
                  <a:lnTo>
                    <a:pt x="104778" y="3603603"/>
                  </a:lnTo>
                  <a:lnTo>
                    <a:pt x="65613" y="3585073"/>
                  </a:lnTo>
                  <a:lnTo>
                    <a:pt x="33509" y="3555985"/>
                  </a:lnTo>
                  <a:lnTo>
                    <a:pt x="11237" y="3518817"/>
                  </a:lnTo>
                  <a:lnTo>
                    <a:pt x="708" y="3476805"/>
                  </a:lnTo>
                  <a:lnTo>
                    <a:pt x="0" y="346233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64699" y="4959349"/>
            <a:ext cx="10591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70" dirty="0">
                <a:solidFill>
                  <a:srgbClr val="2E3192"/>
                </a:solidFill>
                <a:latin typeface="Consolas"/>
                <a:cs typeface="Consolas"/>
              </a:rPr>
              <a:t>Medido 2026-06-01</a:t>
            </a:r>
            <a:r>
              <a:rPr sz="950" b="1" spc="215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215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8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4699" y="5292724"/>
            <a:ext cx="6788150" cy="196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75"/>
              </a:lnSpc>
              <a:spcBef>
                <a:spcPts val="100"/>
              </a:spcBef>
            </a:pP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>Chroma HNSW</a:t>
            </a:r>
            <a:endParaRPr sz="2850">
              <a:latin typeface="Georgia"/>
              <a:cs typeface="Georgia"/>
            </a:endParaRPr>
          </a:p>
          <a:p>
            <a:pPr marL="12700" marR="3728720">
              <a:lnSpc>
                <a:spcPts val="3000"/>
              </a:lnSpc>
              <a:spcBef>
                <a:spcPts val="200"/>
              </a:spcBef>
            </a:pP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>não é gargalo.</a:t>
            </a:r>
            <a:r>
              <a:rPr sz="2850" b="1" spc="-5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5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5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1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8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850">
              <a:latin typeface="Georgia"/>
              <a:cs typeface="Georgia"/>
            </a:endParaRPr>
          </a:p>
          <a:p>
            <a:pPr marL="12700" marR="5080">
              <a:lnSpc>
                <a:spcPct val="117400"/>
              </a:lnSpc>
              <a:spcBef>
                <a:spcPts val="123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p50: 4,58 ms (78 docs) · 5,08 ms (7.943 docs). p99: 5,99 ms · 6,97 ms.</a:t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11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8174186" y="2330450"/>
            <a:ext cx="192278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40" dirty="0">
                <a:solidFill>
                  <a:srgbClr val="CF6A5E"/>
                </a:solidFill>
                <a:latin typeface="Consolas"/>
                <a:cs typeface="Consolas"/>
              </a:rPr>
              <a:t>PROPOSTA</a:t>
            </a:r>
            <a:r>
              <a:rPr sz="1100" b="1" spc="280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8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28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r>
              <a:rPr sz="1100" b="1" spc="105" dirty="0">
                <a:solidFill>
                  <a:srgbClr val="CF6A5E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4613" y="2644775"/>
            <a:ext cx="5579110" cy="21913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79730" marR="372110" algn="ctr">
              <a:lnSpc>
                <a:spcPts val="5330"/>
              </a:lnSpc>
              <a:spcBef>
                <a:spcPts val="1235"/>
              </a:spcBef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Três decisões</a:t>
            </a:r>
            <a:r>
              <a:rPr sz="5400" b="1" spc="-1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2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5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algn="ctr">
              <a:lnSpc>
                <a:spcPts val="5260"/>
              </a:lnSpc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para a stack.</a:t>
            </a:r>
            <a:r>
              <a:rPr sz="5400" b="1" spc="-229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5305422"/>
            <a:ext cx="5305425" cy="2686050"/>
            <a:chOff x="952499" y="5305422"/>
            <a:chExt cx="5305425" cy="2686050"/>
          </a:xfrm>
        </p:grpSpPr>
        <p:sp>
          <p:nvSpPr>
            <p:cNvPr id="5" name="object 5"/>
            <p:cNvSpPr/>
            <p:nvPr/>
          </p:nvSpPr>
          <p:spPr>
            <a:xfrm>
              <a:off x="957262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5148262" y="2676524"/>
                  </a:moveTo>
                  <a:lnTo>
                    <a:pt x="147637" y="2676524"/>
                  </a:lnTo>
                  <a:lnTo>
                    <a:pt x="140384" y="2676346"/>
                  </a:lnTo>
                  <a:lnTo>
                    <a:pt x="97907" y="2667887"/>
                  </a:lnTo>
                  <a:lnTo>
                    <a:pt x="59682" y="2647458"/>
                  </a:lnTo>
                  <a:lnTo>
                    <a:pt x="29058" y="2616833"/>
                  </a:lnTo>
                  <a:lnTo>
                    <a:pt x="8626" y="2578609"/>
                  </a:lnTo>
                  <a:lnTo>
                    <a:pt x="177" y="2536139"/>
                  </a:lnTo>
                  <a:lnTo>
                    <a:pt x="0" y="2528887"/>
                  </a:lnTo>
                  <a:lnTo>
                    <a:pt x="0" y="147637"/>
                  </a:lnTo>
                  <a:lnTo>
                    <a:pt x="6355" y="104772"/>
                  </a:lnTo>
                  <a:lnTo>
                    <a:pt x="24881" y="65605"/>
                  </a:lnTo>
                  <a:lnTo>
                    <a:pt x="53976" y="33502"/>
                  </a:lnTo>
                  <a:lnTo>
                    <a:pt x="91138" y="11231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4" y="24872"/>
                  </a:lnTo>
                  <a:lnTo>
                    <a:pt x="5262387" y="53966"/>
                  </a:lnTo>
                  <a:lnTo>
                    <a:pt x="5284660" y="91129"/>
                  </a:lnTo>
                  <a:lnTo>
                    <a:pt x="5295190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3" y="2571738"/>
                  </a:lnTo>
                  <a:lnTo>
                    <a:pt x="5271017" y="2610901"/>
                  </a:lnTo>
                  <a:lnTo>
                    <a:pt x="5241922" y="2643007"/>
                  </a:lnTo>
                  <a:lnTo>
                    <a:pt x="5204759" y="2665273"/>
                  </a:lnTo>
                  <a:lnTo>
                    <a:pt x="5162733" y="2675813"/>
                  </a:lnTo>
                  <a:lnTo>
                    <a:pt x="5148262" y="267652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0" y="2528887"/>
                  </a:moveTo>
                  <a:lnTo>
                    <a:pt x="0" y="147637"/>
                  </a:lnTo>
                  <a:lnTo>
                    <a:pt x="177" y="140382"/>
                  </a:lnTo>
                  <a:lnTo>
                    <a:pt x="8626" y="97899"/>
                  </a:lnTo>
                  <a:lnTo>
                    <a:pt x="29058" y="59672"/>
                  </a:lnTo>
                  <a:lnTo>
                    <a:pt x="59682" y="29049"/>
                  </a:lnTo>
                  <a:lnTo>
                    <a:pt x="97907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4" y="24872"/>
                  </a:lnTo>
                  <a:lnTo>
                    <a:pt x="5262387" y="53966"/>
                  </a:lnTo>
                  <a:lnTo>
                    <a:pt x="5284660" y="91129"/>
                  </a:lnTo>
                  <a:lnTo>
                    <a:pt x="5295190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3" y="2571738"/>
                  </a:lnTo>
                  <a:lnTo>
                    <a:pt x="5271017" y="2610901"/>
                  </a:lnTo>
                  <a:lnTo>
                    <a:pt x="5241922" y="2643007"/>
                  </a:lnTo>
                  <a:lnTo>
                    <a:pt x="5204759" y="2665273"/>
                  </a:lnTo>
                  <a:lnTo>
                    <a:pt x="5162733" y="2675813"/>
                  </a:lnTo>
                  <a:lnTo>
                    <a:pt x="5148262" y="2676524"/>
                  </a:lnTo>
                  <a:lnTo>
                    <a:pt x="147637" y="2676524"/>
                  </a:lnTo>
                  <a:lnTo>
                    <a:pt x="104780" y="2670160"/>
                  </a:lnTo>
                  <a:lnTo>
                    <a:pt x="65614" y="2651633"/>
                  </a:lnTo>
                  <a:lnTo>
                    <a:pt x="33510" y="2622540"/>
                  </a:lnTo>
                  <a:lnTo>
                    <a:pt x="11238" y="2585377"/>
                  </a:lnTo>
                  <a:lnTo>
                    <a:pt x="709" y="2543356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137" y="560546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0"/>
                  </a:moveTo>
                  <a:lnTo>
                    <a:pt x="216506" y="447670"/>
                  </a:lnTo>
                  <a:lnTo>
                    <a:pt x="209192" y="447312"/>
                  </a:lnTo>
                  <a:lnTo>
                    <a:pt x="165875" y="440158"/>
                  </a:lnTo>
                  <a:lnTo>
                    <a:pt x="124785" y="424690"/>
                  </a:lnTo>
                  <a:lnTo>
                    <a:pt x="87503" y="401505"/>
                  </a:lnTo>
                  <a:lnTo>
                    <a:pt x="55459" y="371497"/>
                  </a:lnTo>
                  <a:lnTo>
                    <a:pt x="29885" y="335807"/>
                  </a:lnTo>
                  <a:lnTo>
                    <a:pt x="11765" y="295818"/>
                  </a:lnTo>
                  <a:lnTo>
                    <a:pt x="1796" y="253067"/>
                  </a:lnTo>
                  <a:lnTo>
                    <a:pt x="0" y="231166"/>
                  </a:lnTo>
                  <a:lnTo>
                    <a:pt x="0" y="216503"/>
                  </a:lnTo>
                  <a:lnTo>
                    <a:pt x="5730" y="172971"/>
                  </a:lnTo>
                  <a:lnTo>
                    <a:pt x="19842" y="131396"/>
                  </a:lnTo>
                  <a:lnTo>
                    <a:pt x="41795" y="93370"/>
                  </a:lnTo>
                  <a:lnTo>
                    <a:pt x="70743" y="60373"/>
                  </a:lnTo>
                  <a:lnTo>
                    <a:pt x="105575" y="33644"/>
                  </a:lnTo>
                  <a:lnTo>
                    <a:pt x="144951" y="14222"/>
                  </a:lnTo>
                  <a:lnTo>
                    <a:pt x="187358" y="2865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20"/>
                  </a:lnTo>
                  <a:lnTo>
                    <a:pt x="316268" y="19835"/>
                  </a:lnTo>
                  <a:lnTo>
                    <a:pt x="354289" y="41797"/>
                  </a:lnTo>
                  <a:lnTo>
                    <a:pt x="387297" y="70735"/>
                  </a:lnTo>
                  <a:lnTo>
                    <a:pt x="414023" y="105565"/>
                  </a:lnTo>
                  <a:lnTo>
                    <a:pt x="433440" y="144940"/>
                  </a:lnTo>
                  <a:lnTo>
                    <a:pt x="444803" y="187355"/>
                  </a:lnTo>
                  <a:lnTo>
                    <a:pt x="447674" y="216503"/>
                  </a:lnTo>
                  <a:lnTo>
                    <a:pt x="447674" y="223832"/>
                  </a:lnTo>
                  <a:lnTo>
                    <a:pt x="447674" y="231166"/>
                  </a:lnTo>
                  <a:lnTo>
                    <a:pt x="441943" y="274685"/>
                  </a:lnTo>
                  <a:lnTo>
                    <a:pt x="427830" y="316254"/>
                  </a:lnTo>
                  <a:lnTo>
                    <a:pt x="405878" y="354275"/>
                  </a:lnTo>
                  <a:lnTo>
                    <a:pt x="376930" y="387287"/>
                  </a:lnTo>
                  <a:lnTo>
                    <a:pt x="342098" y="414021"/>
                  </a:lnTo>
                  <a:lnTo>
                    <a:pt x="302722" y="433429"/>
                  </a:lnTo>
                  <a:lnTo>
                    <a:pt x="260315" y="444795"/>
                  </a:lnTo>
                  <a:lnTo>
                    <a:pt x="238481" y="447312"/>
                  </a:lnTo>
                  <a:lnTo>
                    <a:pt x="231168" y="447670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899" y="5610224"/>
              <a:ext cx="438149" cy="438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86137" y="56054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71"/>
                  </a:lnTo>
                  <a:lnTo>
                    <a:pt x="447315" y="238483"/>
                  </a:lnTo>
                  <a:lnTo>
                    <a:pt x="446597" y="245775"/>
                  </a:lnTo>
                  <a:lnTo>
                    <a:pt x="445878" y="253072"/>
                  </a:lnTo>
                  <a:lnTo>
                    <a:pt x="444803" y="260314"/>
                  </a:lnTo>
                  <a:lnTo>
                    <a:pt x="443373" y="267500"/>
                  </a:lnTo>
                  <a:lnTo>
                    <a:pt x="441943" y="274690"/>
                  </a:lnTo>
                  <a:lnTo>
                    <a:pt x="430635" y="309483"/>
                  </a:lnTo>
                  <a:lnTo>
                    <a:pt x="427830" y="316259"/>
                  </a:lnTo>
                  <a:lnTo>
                    <a:pt x="424699" y="322882"/>
                  </a:lnTo>
                  <a:lnTo>
                    <a:pt x="421244" y="329346"/>
                  </a:lnTo>
                  <a:lnTo>
                    <a:pt x="417788" y="335812"/>
                  </a:lnTo>
                  <a:lnTo>
                    <a:pt x="414024" y="342090"/>
                  </a:lnTo>
                  <a:lnTo>
                    <a:pt x="409951" y="348183"/>
                  </a:lnTo>
                  <a:lnTo>
                    <a:pt x="405878" y="354280"/>
                  </a:lnTo>
                  <a:lnTo>
                    <a:pt x="401516" y="360164"/>
                  </a:lnTo>
                  <a:lnTo>
                    <a:pt x="396866" y="365833"/>
                  </a:lnTo>
                  <a:lnTo>
                    <a:pt x="392215" y="371502"/>
                  </a:lnTo>
                  <a:lnTo>
                    <a:pt x="387298" y="376926"/>
                  </a:lnTo>
                  <a:lnTo>
                    <a:pt x="382114" y="382106"/>
                  </a:lnTo>
                  <a:lnTo>
                    <a:pt x="376930" y="387292"/>
                  </a:lnTo>
                  <a:lnTo>
                    <a:pt x="348194" y="409947"/>
                  </a:lnTo>
                  <a:lnTo>
                    <a:pt x="342099" y="414025"/>
                  </a:lnTo>
                  <a:lnTo>
                    <a:pt x="309495" y="430629"/>
                  </a:lnTo>
                  <a:lnTo>
                    <a:pt x="302723" y="433434"/>
                  </a:lnTo>
                  <a:lnTo>
                    <a:pt x="267505" y="443368"/>
                  </a:lnTo>
                  <a:lnTo>
                    <a:pt x="260315" y="444800"/>
                  </a:lnTo>
                  <a:lnTo>
                    <a:pt x="253072" y="445874"/>
                  </a:lnTo>
                  <a:lnTo>
                    <a:pt x="245777" y="446595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6" y="447674"/>
                  </a:lnTo>
                  <a:lnTo>
                    <a:pt x="180168" y="443372"/>
                  </a:lnTo>
                  <a:lnTo>
                    <a:pt x="172978" y="441944"/>
                  </a:lnTo>
                  <a:lnTo>
                    <a:pt x="138178" y="430629"/>
                  </a:lnTo>
                  <a:lnTo>
                    <a:pt x="131405" y="427824"/>
                  </a:lnTo>
                  <a:lnTo>
                    <a:pt x="124786" y="424694"/>
                  </a:lnTo>
                  <a:lnTo>
                    <a:pt x="118320" y="421239"/>
                  </a:lnTo>
                  <a:lnTo>
                    <a:pt x="111855" y="417788"/>
                  </a:lnTo>
                  <a:lnTo>
                    <a:pt x="105575" y="414025"/>
                  </a:lnTo>
                  <a:lnTo>
                    <a:pt x="99479" y="409947"/>
                  </a:lnTo>
                  <a:lnTo>
                    <a:pt x="93384" y="405872"/>
                  </a:lnTo>
                  <a:lnTo>
                    <a:pt x="65560" y="382106"/>
                  </a:lnTo>
                  <a:lnTo>
                    <a:pt x="60376" y="376926"/>
                  </a:lnTo>
                  <a:lnTo>
                    <a:pt x="55459" y="371502"/>
                  </a:lnTo>
                  <a:lnTo>
                    <a:pt x="50808" y="365833"/>
                  </a:lnTo>
                  <a:lnTo>
                    <a:pt x="46157" y="360164"/>
                  </a:lnTo>
                  <a:lnTo>
                    <a:pt x="41795" y="354280"/>
                  </a:lnTo>
                  <a:lnTo>
                    <a:pt x="37722" y="348183"/>
                  </a:lnTo>
                  <a:lnTo>
                    <a:pt x="33650" y="342090"/>
                  </a:lnTo>
                  <a:lnTo>
                    <a:pt x="29885" y="335812"/>
                  </a:lnTo>
                  <a:lnTo>
                    <a:pt x="26429" y="329346"/>
                  </a:lnTo>
                  <a:lnTo>
                    <a:pt x="22973" y="322882"/>
                  </a:lnTo>
                  <a:lnTo>
                    <a:pt x="19843" y="316259"/>
                  </a:lnTo>
                  <a:lnTo>
                    <a:pt x="17037" y="309483"/>
                  </a:lnTo>
                  <a:lnTo>
                    <a:pt x="14232" y="302716"/>
                  </a:lnTo>
                  <a:lnTo>
                    <a:pt x="4300" y="267500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359" y="209196"/>
                  </a:lnTo>
                  <a:lnTo>
                    <a:pt x="1078" y="201904"/>
                  </a:lnTo>
                  <a:lnTo>
                    <a:pt x="1796" y="194607"/>
                  </a:lnTo>
                  <a:lnTo>
                    <a:pt x="11766" y="151841"/>
                  </a:lnTo>
                  <a:lnTo>
                    <a:pt x="26429" y="118318"/>
                  </a:lnTo>
                  <a:lnTo>
                    <a:pt x="29885" y="111853"/>
                  </a:lnTo>
                  <a:lnTo>
                    <a:pt x="33650" y="105570"/>
                  </a:lnTo>
                  <a:lnTo>
                    <a:pt x="37722" y="99473"/>
                  </a:lnTo>
                  <a:lnTo>
                    <a:pt x="41795" y="93375"/>
                  </a:lnTo>
                  <a:lnTo>
                    <a:pt x="46157" y="87496"/>
                  </a:lnTo>
                  <a:lnTo>
                    <a:pt x="50808" y="81832"/>
                  </a:lnTo>
                  <a:lnTo>
                    <a:pt x="55459" y="76162"/>
                  </a:lnTo>
                  <a:lnTo>
                    <a:pt x="87503" y="46164"/>
                  </a:lnTo>
                  <a:lnTo>
                    <a:pt x="124786" y="22975"/>
                  </a:lnTo>
                  <a:lnTo>
                    <a:pt x="165876" y="7506"/>
                  </a:lnTo>
                  <a:lnTo>
                    <a:pt x="209193" y="362"/>
                  </a:lnTo>
                  <a:lnTo>
                    <a:pt x="223837" y="0"/>
                  </a:lnTo>
                  <a:lnTo>
                    <a:pt x="231168" y="4"/>
                  </a:lnTo>
                  <a:lnTo>
                    <a:pt x="238481" y="362"/>
                  </a:lnTo>
                  <a:lnTo>
                    <a:pt x="245777" y="1083"/>
                  </a:lnTo>
                  <a:lnTo>
                    <a:pt x="253073" y="1800"/>
                  </a:lnTo>
                  <a:lnTo>
                    <a:pt x="260315" y="2869"/>
                  </a:lnTo>
                  <a:lnTo>
                    <a:pt x="267505" y="4297"/>
                  </a:lnTo>
                  <a:lnTo>
                    <a:pt x="274695" y="5725"/>
                  </a:lnTo>
                  <a:lnTo>
                    <a:pt x="281798" y="7506"/>
                  </a:lnTo>
                  <a:lnTo>
                    <a:pt x="288813" y="9636"/>
                  </a:lnTo>
                  <a:lnTo>
                    <a:pt x="295829" y="11762"/>
                  </a:lnTo>
                  <a:lnTo>
                    <a:pt x="329353" y="26430"/>
                  </a:lnTo>
                  <a:lnTo>
                    <a:pt x="335818" y="29886"/>
                  </a:lnTo>
                  <a:lnTo>
                    <a:pt x="371505" y="55462"/>
                  </a:lnTo>
                  <a:lnTo>
                    <a:pt x="401516" y="87496"/>
                  </a:lnTo>
                  <a:lnTo>
                    <a:pt x="409951" y="99473"/>
                  </a:lnTo>
                  <a:lnTo>
                    <a:pt x="414024" y="105570"/>
                  </a:lnTo>
                  <a:lnTo>
                    <a:pt x="433441" y="144944"/>
                  </a:lnTo>
                  <a:lnTo>
                    <a:pt x="444803" y="187360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21990" y="6359524"/>
            <a:ext cx="4569460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Decisão 1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Embedder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text-embedding-3-small @768. Xenova como fallback.</a:t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86524" y="5305422"/>
            <a:ext cx="5314950" cy="2686050"/>
            <a:chOff x="6486524" y="5305422"/>
            <a:chExt cx="5314950" cy="2686050"/>
          </a:xfrm>
        </p:grpSpPr>
        <p:sp>
          <p:nvSpPr>
            <p:cNvPr id="12" name="object 12"/>
            <p:cNvSpPr/>
            <p:nvPr/>
          </p:nvSpPr>
          <p:spPr>
            <a:xfrm>
              <a:off x="6491287" y="5310185"/>
              <a:ext cx="5305425" cy="2676525"/>
            </a:xfrm>
            <a:custGeom>
              <a:avLst/>
              <a:gdLst/>
              <a:ahLst/>
              <a:cxnLst/>
              <a:rect l="l" t="t" r="r" b="b"/>
              <a:pathLst>
                <a:path w="5305425" h="2676525">
                  <a:moveTo>
                    <a:pt x="5157787" y="2676524"/>
                  </a:moveTo>
                  <a:lnTo>
                    <a:pt x="147637" y="2676524"/>
                  </a:lnTo>
                  <a:lnTo>
                    <a:pt x="140384" y="2676346"/>
                  </a:lnTo>
                  <a:lnTo>
                    <a:pt x="97907" y="2667887"/>
                  </a:lnTo>
                  <a:lnTo>
                    <a:pt x="59681" y="2647458"/>
                  </a:lnTo>
                  <a:lnTo>
                    <a:pt x="29058" y="2616833"/>
                  </a:lnTo>
                  <a:lnTo>
                    <a:pt x="8625" y="2578609"/>
                  </a:lnTo>
                  <a:lnTo>
                    <a:pt x="177" y="2536139"/>
                  </a:lnTo>
                  <a:lnTo>
                    <a:pt x="0" y="2528887"/>
                  </a:lnTo>
                  <a:lnTo>
                    <a:pt x="0" y="147637"/>
                  </a:lnTo>
                  <a:lnTo>
                    <a:pt x="6355" y="104772"/>
                  </a:lnTo>
                  <a:lnTo>
                    <a:pt x="24881" y="65605"/>
                  </a:lnTo>
                  <a:lnTo>
                    <a:pt x="53975" y="33502"/>
                  </a:lnTo>
                  <a:lnTo>
                    <a:pt x="91138" y="11231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49"/>
                  </a:lnTo>
                  <a:lnTo>
                    <a:pt x="5239808" y="24872"/>
                  </a:lnTo>
                  <a:lnTo>
                    <a:pt x="5271912" y="53966"/>
                  </a:lnTo>
                  <a:lnTo>
                    <a:pt x="5294184" y="91129"/>
                  </a:lnTo>
                  <a:lnTo>
                    <a:pt x="5304714" y="133163"/>
                  </a:lnTo>
                  <a:lnTo>
                    <a:pt x="5305424" y="147637"/>
                  </a:lnTo>
                  <a:lnTo>
                    <a:pt x="5305424" y="2528887"/>
                  </a:lnTo>
                  <a:lnTo>
                    <a:pt x="5299067" y="2571738"/>
                  </a:lnTo>
                  <a:lnTo>
                    <a:pt x="5280541" y="2610901"/>
                  </a:lnTo>
                  <a:lnTo>
                    <a:pt x="5251448" y="2643007"/>
                  </a:lnTo>
                  <a:lnTo>
                    <a:pt x="5214283" y="2665273"/>
                  </a:lnTo>
                  <a:lnTo>
                    <a:pt x="5172257" y="2675813"/>
                  </a:lnTo>
                  <a:lnTo>
                    <a:pt x="5157787" y="267652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91287" y="5310185"/>
              <a:ext cx="5305425" cy="2676525"/>
            </a:xfrm>
            <a:custGeom>
              <a:avLst/>
              <a:gdLst/>
              <a:ahLst/>
              <a:cxnLst/>
              <a:rect l="l" t="t" r="r" b="b"/>
              <a:pathLst>
                <a:path w="5305425" h="2676525">
                  <a:moveTo>
                    <a:pt x="0" y="2528887"/>
                  </a:moveTo>
                  <a:lnTo>
                    <a:pt x="0" y="147637"/>
                  </a:lnTo>
                  <a:lnTo>
                    <a:pt x="177" y="140382"/>
                  </a:lnTo>
                  <a:lnTo>
                    <a:pt x="8625" y="97899"/>
                  </a:lnTo>
                  <a:lnTo>
                    <a:pt x="29058" y="59672"/>
                  </a:lnTo>
                  <a:lnTo>
                    <a:pt x="59681" y="29049"/>
                  </a:lnTo>
                  <a:lnTo>
                    <a:pt x="97907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49"/>
                  </a:lnTo>
                  <a:lnTo>
                    <a:pt x="5239808" y="24872"/>
                  </a:lnTo>
                  <a:lnTo>
                    <a:pt x="5271912" y="53966"/>
                  </a:lnTo>
                  <a:lnTo>
                    <a:pt x="5294184" y="91129"/>
                  </a:lnTo>
                  <a:lnTo>
                    <a:pt x="5304714" y="133163"/>
                  </a:lnTo>
                  <a:lnTo>
                    <a:pt x="5305424" y="147637"/>
                  </a:lnTo>
                  <a:lnTo>
                    <a:pt x="5305424" y="2528887"/>
                  </a:lnTo>
                  <a:lnTo>
                    <a:pt x="5299067" y="2571738"/>
                  </a:lnTo>
                  <a:lnTo>
                    <a:pt x="5280541" y="2610901"/>
                  </a:lnTo>
                  <a:lnTo>
                    <a:pt x="5251448" y="2643007"/>
                  </a:lnTo>
                  <a:lnTo>
                    <a:pt x="5214283" y="2665273"/>
                  </a:lnTo>
                  <a:lnTo>
                    <a:pt x="5172257" y="2675813"/>
                  </a:lnTo>
                  <a:lnTo>
                    <a:pt x="5157787" y="2676524"/>
                  </a:lnTo>
                  <a:lnTo>
                    <a:pt x="147637" y="2676524"/>
                  </a:lnTo>
                  <a:lnTo>
                    <a:pt x="104779" y="2670160"/>
                  </a:lnTo>
                  <a:lnTo>
                    <a:pt x="65614" y="2651633"/>
                  </a:lnTo>
                  <a:lnTo>
                    <a:pt x="33510" y="2622540"/>
                  </a:lnTo>
                  <a:lnTo>
                    <a:pt x="11237" y="2585377"/>
                  </a:lnTo>
                  <a:lnTo>
                    <a:pt x="709" y="2543356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20162" y="560546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0"/>
                  </a:moveTo>
                  <a:lnTo>
                    <a:pt x="216506" y="447670"/>
                  </a:lnTo>
                  <a:lnTo>
                    <a:pt x="209193" y="447312"/>
                  </a:lnTo>
                  <a:lnTo>
                    <a:pt x="165875" y="440158"/>
                  </a:lnTo>
                  <a:lnTo>
                    <a:pt x="124786" y="424690"/>
                  </a:lnTo>
                  <a:lnTo>
                    <a:pt x="87503" y="401505"/>
                  </a:lnTo>
                  <a:lnTo>
                    <a:pt x="55458" y="371497"/>
                  </a:lnTo>
                  <a:lnTo>
                    <a:pt x="29886" y="335807"/>
                  </a:lnTo>
                  <a:lnTo>
                    <a:pt x="11765" y="295818"/>
                  </a:lnTo>
                  <a:lnTo>
                    <a:pt x="1795" y="253067"/>
                  </a:lnTo>
                  <a:lnTo>
                    <a:pt x="0" y="231166"/>
                  </a:lnTo>
                  <a:lnTo>
                    <a:pt x="0" y="216503"/>
                  </a:lnTo>
                  <a:lnTo>
                    <a:pt x="5730" y="172971"/>
                  </a:lnTo>
                  <a:lnTo>
                    <a:pt x="19842" y="131396"/>
                  </a:lnTo>
                  <a:lnTo>
                    <a:pt x="41795" y="93370"/>
                  </a:lnTo>
                  <a:lnTo>
                    <a:pt x="70743" y="60373"/>
                  </a:lnTo>
                  <a:lnTo>
                    <a:pt x="105574" y="33644"/>
                  </a:lnTo>
                  <a:lnTo>
                    <a:pt x="144950" y="14222"/>
                  </a:lnTo>
                  <a:lnTo>
                    <a:pt x="187358" y="2865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20"/>
                  </a:lnTo>
                  <a:lnTo>
                    <a:pt x="316267" y="19835"/>
                  </a:lnTo>
                  <a:lnTo>
                    <a:pt x="354288" y="41797"/>
                  </a:lnTo>
                  <a:lnTo>
                    <a:pt x="387296" y="70735"/>
                  </a:lnTo>
                  <a:lnTo>
                    <a:pt x="414022" y="105565"/>
                  </a:lnTo>
                  <a:lnTo>
                    <a:pt x="433439" y="144940"/>
                  </a:lnTo>
                  <a:lnTo>
                    <a:pt x="444803" y="187355"/>
                  </a:lnTo>
                  <a:lnTo>
                    <a:pt x="447674" y="216503"/>
                  </a:lnTo>
                  <a:lnTo>
                    <a:pt x="447674" y="223832"/>
                  </a:lnTo>
                  <a:lnTo>
                    <a:pt x="447674" y="231166"/>
                  </a:lnTo>
                  <a:lnTo>
                    <a:pt x="441942" y="274685"/>
                  </a:lnTo>
                  <a:lnTo>
                    <a:pt x="427829" y="316254"/>
                  </a:lnTo>
                  <a:lnTo>
                    <a:pt x="405876" y="354275"/>
                  </a:lnTo>
                  <a:lnTo>
                    <a:pt x="376928" y="387287"/>
                  </a:lnTo>
                  <a:lnTo>
                    <a:pt x="342097" y="414021"/>
                  </a:lnTo>
                  <a:lnTo>
                    <a:pt x="302722" y="433429"/>
                  </a:lnTo>
                  <a:lnTo>
                    <a:pt x="260314" y="444795"/>
                  </a:lnTo>
                  <a:lnTo>
                    <a:pt x="238481" y="447312"/>
                  </a:lnTo>
                  <a:lnTo>
                    <a:pt x="231167" y="447670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4924" y="5610224"/>
              <a:ext cx="438149" cy="4381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920161" y="56054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5" y="231171"/>
                  </a:lnTo>
                  <a:lnTo>
                    <a:pt x="447316" y="238483"/>
                  </a:lnTo>
                  <a:lnTo>
                    <a:pt x="446597" y="245775"/>
                  </a:lnTo>
                  <a:lnTo>
                    <a:pt x="445878" y="253072"/>
                  </a:lnTo>
                  <a:lnTo>
                    <a:pt x="444803" y="260314"/>
                  </a:lnTo>
                  <a:lnTo>
                    <a:pt x="443372" y="267500"/>
                  </a:lnTo>
                  <a:lnTo>
                    <a:pt x="441942" y="274690"/>
                  </a:lnTo>
                  <a:lnTo>
                    <a:pt x="430635" y="309483"/>
                  </a:lnTo>
                  <a:lnTo>
                    <a:pt x="427829" y="316259"/>
                  </a:lnTo>
                  <a:lnTo>
                    <a:pt x="424699" y="322882"/>
                  </a:lnTo>
                  <a:lnTo>
                    <a:pt x="421242" y="329346"/>
                  </a:lnTo>
                  <a:lnTo>
                    <a:pt x="417787" y="335812"/>
                  </a:lnTo>
                  <a:lnTo>
                    <a:pt x="414022" y="342090"/>
                  </a:lnTo>
                  <a:lnTo>
                    <a:pt x="409949" y="348183"/>
                  </a:lnTo>
                  <a:lnTo>
                    <a:pt x="405877" y="354280"/>
                  </a:lnTo>
                  <a:lnTo>
                    <a:pt x="401515" y="360164"/>
                  </a:lnTo>
                  <a:lnTo>
                    <a:pt x="396865" y="365833"/>
                  </a:lnTo>
                  <a:lnTo>
                    <a:pt x="392214" y="371502"/>
                  </a:lnTo>
                  <a:lnTo>
                    <a:pt x="387297" y="376926"/>
                  </a:lnTo>
                  <a:lnTo>
                    <a:pt x="382113" y="382106"/>
                  </a:lnTo>
                  <a:lnTo>
                    <a:pt x="376929" y="387292"/>
                  </a:lnTo>
                  <a:lnTo>
                    <a:pt x="348192" y="409947"/>
                  </a:lnTo>
                  <a:lnTo>
                    <a:pt x="342098" y="414025"/>
                  </a:lnTo>
                  <a:lnTo>
                    <a:pt x="335818" y="417788"/>
                  </a:lnTo>
                  <a:lnTo>
                    <a:pt x="329353" y="421244"/>
                  </a:lnTo>
                  <a:lnTo>
                    <a:pt x="322887" y="424699"/>
                  </a:lnTo>
                  <a:lnTo>
                    <a:pt x="316268" y="427824"/>
                  </a:lnTo>
                  <a:lnTo>
                    <a:pt x="309495" y="430629"/>
                  </a:lnTo>
                  <a:lnTo>
                    <a:pt x="302722" y="433434"/>
                  </a:lnTo>
                  <a:lnTo>
                    <a:pt x="267505" y="443368"/>
                  </a:lnTo>
                  <a:lnTo>
                    <a:pt x="260315" y="444800"/>
                  </a:lnTo>
                  <a:lnTo>
                    <a:pt x="253073" y="445874"/>
                  </a:lnTo>
                  <a:lnTo>
                    <a:pt x="245778" y="446595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8" y="441944"/>
                  </a:lnTo>
                  <a:lnTo>
                    <a:pt x="138178" y="430629"/>
                  </a:lnTo>
                  <a:lnTo>
                    <a:pt x="131405" y="427824"/>
                  </a:lnTo>
                  <a:lnTo>
                    <a:pt x="124787" y="424694"/>
                  </a:lnTo>
                  <a:lnTo>
                    <a:pt x="118321" y="421239"/>
                  </a:lnTo>
                  <a:lnTo>
                    <a:pt x="111856" y="417788"/>
                  </a:lnTo>
                  <a:lnTo>
                    <a:pt x="105575" y="414025"/>
                  </a:lnTo>
                  <a:lnTo>
                    <a:pt x="99479" y="409947"/>
                  </a:lnTo>
                  <a:lnTo>
                    <a:pt x="93384" y="405872"/>
                  </a:lnTo>
                  <a:lnTo>
                    <a:pt x="65560" y="382106"/>
                  </a:lnTo>
                  <a:lnTo>
                    <a:pt x="60376" y="376926"/>
                  </a:lnTo>
                  <a:lnTo>
                    <a:pt x="55459" y="371502"/>
                  </a:lnTo>
                  <a:lnTo>
                    <a:pt x="50808" y="365833"/>
                  </a:lnTo>
                  <a:lnTo>
                    <a:pt x="46157" y="360164"/>
                  </a:lnTo>
                  <a:lnTo>
                    <a:pt x="41795" y="354280"/>
                  </a:lnTo>
                  <a:lnTo>
                    <a:pt x="37723" y="348183"/>
                  </a:lnTo>
                  <a:lnTo>
                    <a:pt x="33650" y="342090"/>
                  </a:lnTo>
                  <a:lnTo>
                    <a:pt x="29886" y="335812"/>
                  </a:lnTo>
                  <a:lnTo>
                    <a:pt x="26430" y="329346"/>
                  </a:lnTo>
                  <a:lnTo>
                    <a:pt x="22974" y="322882"/>
                  </a:lnTo>
                  <a:lnTo>
                    <a:pt x="19843" y="316259"/>
                  </a:lnTo>
                  <a:lnTo>
                    <a:pt x="17037" y="309483"/>
                  </a:lnTo>
                  <a:lnTo>
                    <a:pt x="14232" y="302716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5"/>
                  </a:lnTo>
                  <a:lnTo>
                    <a:pt x="19843" y="131401"/>
                  </a:lnTo>
                  <a:lnTo>
                    <a:pt x="37723" y="99473"/>
                  </a:lnTo>
                  <a:lnTo>
                    <a:pt x="41795" y="93375"/>
                  </a:lnTo>
                  <a:lnTo>
                    <a:pt x="46157" y="87496"/>
                  </a:lnTo>
                  <a:lnTo>
                    <a:pt x="50808" y="81832"/>
                  </a:lnTo>
                  <a:lnTo>
                    <a:pt x="55459" y="76162"/>
                  </a:lnTo>
                  <a:lnTo>
                    <a:pt x="87503" y="46164"/>
                  </a:lnTo>
                  <a:lnTo>
                    <a:pt x="118321" y="26430"/>
                  </a:lnTo>
                  <a:lnTo>
                    <a:pt x="124786" y="22975"/>
                  </a:lnTo>
                  <a:lnTo>
                    <a:pt x="165875" y="7506"/>
                  </a:lnTo>
                  <a:lnTo>
                    <a:pt x="209193" y="362"/>
                  </a:lnTo>
                  <a:lnTo>
                    <a:pt x="223837" y="0"/>
                  </a:lnTo>
                  <a:lnTo>
                    <a:pt x="231168" y="4"/>
                  </a:lnTo>
                  <a:lnTo>
                    <a:pt x="238481" y="362"/>
                  </a:lnTo>
                  <a:lnTo>
                    <a:pt x="245777" y="1083"/>
                  </a:lnTo>
                  <a:lnTo>
                    <a:pt x="253072" y="1800"/>
                  </a:lnTo>
                  <a:lnTo>
                    <a:pt x="260315" y="2869"/>
                  </a:lnTo>
                  <a:lnTo>
                    <a:pt x="267505" y="4297"/>
                  </a:lnTo>
                  <a:lnTo>
                    <a:pt x="274695" y="5725"/>
                  </a:lnTo>
                  <a:lnTo>
                    <a:pt x="281797" y="7506"/>
                  </a:lnTo>
                  <a:lnTo>
                    <a:pt x="288813" y="9636"/>
                  </a:lnTo>
                  <a:lnTo>
                    <a:pt x="295828" y="11762"/>
                  </a:lnTo>
                  <a:lnTo>
                    <a:pt x="329352" y="26430"/>
                  </a:lnTo>
                  <a:lnTo>
                    <a:pt x="335817" y="29886"/>
                  </a:lnTo>
                  <a:lnTo>
                    <a:pt x="371504" y="55462"/>
                  </a:lnTo>
                  <a:lnTo>
                    <a:pt x="401515" y="87496"/>
                  </a:lnTo>
                  <a:lnTo>
                    <a:pt x="409949" y="99473"/>
                  </a:lnTo>
                  <a:lnTo>
                    <a:pt x="414022" y="105570"/>
                  </a:lnTo>
                  <a:lnTo>
                    <a:pt x="417787" y="111849"/>
                  </a:lnTo>
                  <a:lnTo>
                    <a:pt x="421242" y="118313"/>
                  </a:lnTo>
                  <a:lnTo>
                    <a:pt x="424698" y="124778"/>
                  </a:lnTo>
                  <a:lnTo>
                    <a:pt x="440163" y="165869"/>
                  </a:lnTo>
                  <a:lnTo>
                    <a:pt x="446597" y="201904"/>
                  </a:lnTo>
                  <a:lnTo>
                    <a:pt x="447316" y="209196"/>
                  </a:lnTo>
                  <a:lnTo>
                    <a:pt x="447675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75350" y="6359524"/>
            <a:ext cx="4737100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Decisão 2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Vector store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Chroma agora; pgvector no Postgres entra no roadmap.</a:t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030074" y="5305422"/>
            <a:ext cx="5305425" cy="2686050"/>
            <a:chOff x="12030074" y="5305422"/>
            <a:chExt cx="5305425" cy="2686050"/>
          </a:xfrm>
        </p:grpSpPr>
        <p:sp>
          <p:nvSpPr>
            <p:cNvPr id="19" name="object 19"/>
            <p:cNvSpPr/>
            <p:nvPr/>
          </p:nvSpPr>
          <p:spPr>
            <a:xfrm>
              <a:off x="12034836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5148262" y="2676524"/>
                  </a:moveTo>
                  <a:lnTo>
                    <a:pt x="147637" y="2676524"/>
                  </a:lnTo>
                  <a:lnTo>
                    <a:pt x="140384" y="2676346"/>
                  </a:lnTo>
                  <a:lnTo>
                    <a:pt x="97906" y="2667887"/>
                  </a:lnTo>
                  <a:lnTo>
                    <a:pt x="59680" y="2647458"/>
                  </a:lnTo>
                  <a:lnTo>
                    <a:pt x="29056" y="2616833"/>
                  </a:lnTo>
                  <a:lnTo>
                    <a:pt x="8625" y="2578609"/>
                  </a:lnTo>
                  <a:lnTo>
                    <a:pt x="177" y="2536139"/>
                  </a:lnTo>
                  <a:lnTo>
                    <a:pt x="0" y="2528887"/>
                  </a:lnTo>
                  <a:lnTo>
                    <a:pt x="0" y="147637"/>
                  </a:lnTo>
                  <a:lnTo>
                    <a:pt x="6354" y="104772"/>
                  </a:lnTo>
                  <a:lnTo>
                    <a:pt x="24878" y="65605"/>
                  </a:lnTo>
                  <a:lnTo>
                    <a:pt x="53974" y="33502"/>
                  </a:lnTo>
                  <a:lnTo>
                    <a:pt x="91137" y="11231"/>
                  </a:lnTo>
                  <a:lnTo>
                    <a:pt x="133165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3" y="24872"/>
                  </a:lnTo>
                  <a:lnTo>
                    <a:pt x="5262387" y="53966"/>
                  </a:lnTo>
                  <a:lnTo>
                    <a:pt x="5284659" y="91129"/>
                  </a:lnTo>
                  <a:lnTo>
                    <a:pt x="5295189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2" y="2571738"/>
                  </a:lnTo>
                  <a:lnTo>
                    <a:pt x="5271016" y="2610901"/>
                  </a:lnTo>
                  <a:lnTo>
                    <a:pt x="5241921" y="2643007"/>
                  </a:lnTo>
                  <a:lnTo>
                    <a:pt x="5204758" y="2665273"/>
                  </a:lnTo>
                  <a:lnTo>
                    <a:pt x="5162732" y="2675813"/>
                  </a:lnTo>
                  <a:lnTo>
                    <a:pt x="5148262" y="2676524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34836" y="5310185"/>
              <a:ext cx="5295900" cy="2676525"/>
            </a:xfrm>
            <a:custGeom>
              <a:avLst/>
              <a:gdLst/>
              <a:ahLst/>
              <a:cxnLst/>
              <a:rect l="l" t="t" r="r" b="b"/>
              <a:pathLst>
                <a:path w="5295900" h="2676525">
                  <a:moveTo>
                    <a:pt x="0" y="2528887"/>
                  </a:moveTo>
                  <a:lnTo>
                    <a:pt x="0" y="147637"/>
                  </a:lnTo>
                  <a:lnTo>
                    <a:pt x="177" y="140382"/>
                  </a:lnTo>
                  <a:lnTo>
                    <a:pt x="8625" y="97899"/>
                  </a:lnTo>
                  <a:lnTo>
                    <a:pt x="29056" y="59672"/>
                  </a:lnTo>
                  <a:lnTo>
                    <a:pt x="59680" y="29049"/>
                  </a:lnTo>
                  <a:lnTo>
                    <a:pt x="97906" y="8619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49"/>
                  </a:lnTo>
                  <a:lnTo>
                    <a:pt x="5230283" y="24872"/>
                  </a:lnTo>
                  <a:lnTo>
                    <a:pt x="5262387" y="53966"/>
                  </a:lnTo>
                  <a:lnTo>
                    <a:pt x="5284659" y="91129"/>
                  </a:lnTo>
                  <a:lnTo>
                    <a:pt x="5295189" y="133163"/>
                  </a:lnTo>
                  <a:lnTo>
                    <a:pt x="5295899" y="147637"/>
                  </a:lnTo>
                  <a:lnTo>
                    <a:pt x="5295899" y="2528887"/>
                  </a:lnTo>
                  <a:lnTo>
                    <a:pt x="5289542" y="2571738"/>
                  </a:lnTo>
                  <a:lnTo>
                    <a:pt x="5271016" y="2610901"/>
                  </a:lnTo>
                  <a:lnTo>
                    <a:pt x="5241921" y="2643007"/>
                  </a:lnTo>
                  <a:lnTo>
                    <a:pt x="5204758" y="2665273"/>
                  </a:lnTo>
                  <a:lnTo>
                    <a:pt x="5162732" y="2675813"/>
                  </a:lnTo>
                  <a:lnTo>
                    <a:pt x="5148262" y="2676524"/>
                  </a:lnTo>
                  <a:lnTo>
                    <a:pt x="147637" y="2676524"/>
                  </a:lnTo>
                  <a:lnTo>
                    <a:pt x="104779" y="2670160"/>
                  </a:lnTo>
                  <a:lnTo>
                    <a:pt x="65612" y="2651633"/>
                  </a:lnTo>
                  <a:lnTo>
                    <a:pt x="33509" y="2622540"/>
                  </a:lnTo>
                  <a:lnTo>
                    <a:pt x="11236" y="2585377"/>
                  </a:lnTo>
                  <a:lnTo>
                    <a:pt x="708" y="2543356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54187" y="560546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0"/>
                  </a:moveTo>
                  <a:lnTo>
                    <a:pt x="216506" y="447670"/>
                  </a:lnTo>
                  <a:lnTo>
                    <a:pt x="209193" y="447312"/>
                  </a:lnTo>
                  <a:lnTo>
                    <a:pt x="165873" y="440158"/>
                  </a:lnTo>
                  <a:lnTo>
                    <a:pt x="124784" y="424690"/>
                  </a:lnTo>
                  <a:lnTo>
                    <a:pt x="87501" y="401505"/>
                  </a:lnTo>
                  <a:lnTo>
                    <a:pt x="55459" y="371497"/>
                  </a:lnTo>
                  <a:lnTo>
                    <a:pt x="29884" y="335807"/>
                  </a:lnTo>
                  <a:lnTo>
                    <a:pt x="11765" y="295818"/>
                  </a:lnTo>
                  <a:lnTo>
                    <a:pt x="1794" y="253067"/>
                  </a:lnTo>
                  <a:lnTo>
                    <a:pt x="0" y="231166"/>
                  </a:lnTo>
                  <a:lnTo>
                    <a:pt x="0" y="216503"/>
                  </a:lnTo>
                  <a:lnTo>
                    <a:pt x="5729" y="172971"/>
                  </a:lnTo>
                  <a:lnTo>
                    <a:pt x="19841" y="131396"/>
                  </a:lnTo>
                  <a:lnTo>
                    <a:pt x="41793" y="93370"/>
                  </a:lnTo>
                  <a:lnTo>
                    <a:pt x="70743" y="60373"/>
                  </a:lnTo>
                  <a:lnTo>
                    <a:pt x="105573" y="33644"/>
                  </a:lnTo>
                  <a:lnTo>
                    <a:pt x="144948" y="14222"/>
                  </a:lnTo>
                  <a:lnTo>
                    <a:pt x="187357" y="2865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20"/>
                  </a:lnTo>
                  <a:lnTo>
                    <a:pt x="316267" y="19835"/>
                  </a:lnTo>
                  <a:lnTo>
                    <a:pt x="354288" y="41797"/>
                  </a:lnTo>
                  <a:lnTo>
                    <a:pt x="387296" y="70735"/>
                  </a:lnTo>
                  <a:lnTo>
                    <a:pt x="414021" y="105565"/>
                  </a:lnTo>
                  <a:lnTo>
                    <a:pt x="433438" y="144940"/>
                  </a:lnTo>
                  <a:lnTo>
                    <a:pt x="444803" y="187355"/>
                  </a:lnTo>
                  <a:lnTo>
                    <a:pt x="447673" y="216503"/>
                  </a:lnTo>
                  <a:lnTo>
                    <a:pt x="447673" y="223832"/>
                  </a:lnTo>
                  <a:lnTo>
                    <a:pt x="447673" y="231166"/>
                  </a:lnTo>
                  <a:lnTo>
                    <a:pt x="441941" y="274685"/>
                  </a:lnTo>
                  <a:lnTo>
                    <a:pt x="427828" y="316254"/>
                  </a:lnTo>
                  <a:lnTo>
                    <a:pt x="405875" y="354275"/>
                  </a:lnTo>
                  <a:lnTo>
                    <a:pt x="376930" y="387287"/>
                  </a:lnTo>
                  <a:lnTo>
                    <a:pt x="342097" y="414021"/>
                  </a:lnTo>
                  <a:lnTo>
                    <a:pt x="302721" y="433429"/>
                  </a:lnTo>
                  <a:lnTo>
                    <a:pt x="260315" y="444795"/>
                  </a:lnTo>
                  <a:lnTo>
                    <a:pt x="238480" y="447312"/>
                  </a:lnTo>
                  <a:lnTo>
                    <a:pt x="231167" y="447670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58948" y="5610224"/>
              <a:ext cx="438149" cy="43814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454186" y="56054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71"/>
                  </a:lnTo>
                  <a:lnTo>
                    <a:pt x="447315" y="238483"/>
                  </a:lnTo>
                  <a:lnTo>
                    <a:pt x="446597" y="245775"/>
                  </a:lnTo>
                  <a:lnTo>
                    <a:pt x="445878" y="253072"/>
                  </a:lnTo>
                  <a:lnTo>
                    <a:pt x="444804" y="260314"/>
                  </a:lnTo>
                  <a:lnTo>
                    <a:pt x="443372" y="267500"/>
                  </a:lnTo>
                  <a:lnTo>
                    <a:pt x="441942" y="274690"/>
                  </a:lnTo>
                  <a:lnTo>
                    <a:pt x="430634" y="309483"/>
                  </a:lnTo>
                  <a:lnTo>
                    <a:pt x="427829" y="316259"/>
                  </a:lnTo>
                  <a:lnTo>
                    <a:pt x="424699" y="322882"/>
                  </a:lnTo>
                  <a:lnTo>
                    <a:pt x="421242" y="329346"/>
                  </a:lnTo>
                  <a:lnTo>
                    <a:pt x="417787" y="335812"/>
                  </a:lnTo>
                  <a:lnTo>
                    <a:pt x="414022" y="342090"/>
                  </a:lnTo>
                  <a:lnTo>
                    <a:pt x="409949" y="348183"/>
                  </a:lnTo>
                  <a:lnTo>
                    <a:pt x="405876" y="354280"/>
                  </a:lnTo>
                  <a:lnTo>
                    <a:pt x="382113" y="382106"/>
                  </a:lnTo>
                  <a:lnTo>
                    <a:pt x="376931" y="387292"/>
                  </a:lnTo>
                  <a:lnTo>
                    <a:pt x="348193" y="409947"/>
                  </a:lnTo>
                  <a:lnTo>
                    <a:pt x="342098" y="414025"/>
                  </a:lnTo>
                  <a:lnTo>
                    <a:pt x="335818" y="417788"/>
                  </a:lnTo>
                  <a:lnTo>
                    <a:pt x="329353" y="421244"/>
                  </a:lnTo>
                  <a:lnTo>
                    <a:pt x="322888" y="424699"/>
                  </a:lnTo>
                  <a:lnTo>
                    <a:pt x="316269" y="427824"/>
                  </a:lnTo>
                  <a:lnTo>
                    <a:pt x="309495" y="430629"/>
                  </a:lnTo>
                  <a:lnTo>
                    <a:pt x="302722" y="433434"/>
                  </a:lnTo>
                  <a:lnTo>
                    <a:pt x="267505" y="443368"/>
                  </a:lnTo>
                  <a:lnTo>
                    <a:pt x="260316" y="444800"/>
                  </a:lnTo>
                  <a:lnTo>
                    <a:pt x="253074" y="445874"/>
                  </a:lnTo>
                  <a:lnTo>
                    <a:pt x="245778" y="446595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7" y="441944"/>
                  </a:lnTo>
                  <a:lnTo>
                    <a:pt x="138176" y="430629"/>
                  </a:lnTo>
                  <a:lnTo>
                    <a:pt x="131403" y="427824"/>
                  </a:lnTo>
                  <a:lnTo>
                    <a:pt x="124785" y="424694"/>
                  </a:lnTo>
                  <a:lnTo>
                    <a:pt x="118320" y="421239"/>
                  </a:lnTo>
                  <a:lnTo>
                    <a:pt x="111855" y="417788"/>
                  </a:lnTo>
                  <a:lnTo>
                    <a:pt x="105574" y="414025"/>
                  </a:lnTo>
                  <a:lnTo>
                    <a:pt x="99478" y="409947"/>
                  </a:lnTo>
                  <a:lnTo>
                    <a:pt x="93383" y="405872"/>
                  </a:lnTo>
                  <a:lnTo>
                    <a:pt x="65559" y="382106"/>
                  </a:lnTo>
                  <a:lnTo>
                    <a:pt x="60377" y="376926"/>
                  </a:lnTo>
                  <a:lnTo>
                    <a:pt x="37722" y="348183"/>
                  </a:lnTo>
                  <a:lnTo>
                    <a:pt x="33649" y="342090"/>
                  </a:lnTo>
                  <a:lnTo>
                    <a:pt x="29885" y="335812"/>
                  </a:lnTo>
                  <a:lnTo>
                    <a:pt x="26429" y="329346"/>
                  </a:lnTo>
                  <a:lnTo>
                    <a:pt x="22974" y="322882"/>
                  </a:lnTo>
                  <a:lnTo>
                    <a:pt x="19842" y="316259"/>
                  </a:lnTo>
                  <a:lnTo>
                    <a:pt x="17037" y="309483"/>
                  </a:lnTo>
                  <a:lnTo>
                    <a:pt x="14232" y="302716"/>
                  </a:lnTo>
                  <a:lnTo>
                    <a:pt x="2869" y="260314"/>
                  </a:lnTo>
                  <a:lnTo>
                    <a:pt x="0" y="223837"/>
                  </a:lnTo>
                  <a:lnTo>
                    <a:pt x="1" y="216507"/>
                  </a:lnTo>
                  <a:lnTo>
                    <a:pt x="360" y="209196"/>
                  </a:lnTo>
                  <a:lnTo>
                    <a:pt x="1077" y="201904"/>
                  </a:lnTo>
                  <a:lnTo>
                    <a:pt x="1795" y="194607"/>
                  </a:lnTo>
                  <a:lnTo>
                    <a:pt x="11766" y="151841"/>
                  </a:lnTo>
                  <a:lnTo>
                    <a:pt x="26430" y="118318"/>
                  </a:lnTo>
                  <a:lnTo>
                    <a:pt x="29885" y="111853"/>
                  </a:lnTo>
                  <a:lnTo>
                    <a:pt x="33649" y="105570"/>
                  </a:lnTo>
                  <a:lnTo>
                    <a:pt x="37722" y="99473"/>
                  </a:lnTo>
                  <a:lnTo>
                    <a:pt x="41795" y="93375"/>
                  </a:lnTo>
                  <a:lnTo>
                    <a:pt x="46157" y="87496"/>
                  </a:lnTo>
                  <a:lnTo>
                    <a:pt x="50808" y="81832"/>
                  </a:lnTo>
                  <a:lnTo>
                    <a:pt x="55460" y="76162"/>
                  </a:lnTo>
                  <a:lnTo>
                    <a:pt x="87502" y="46164"/>
                  </a:lnTo>
                  <a:lnTo>
                    <a:pt x="118320" y="26430"/>
                  </a:lnTo>
                  <a:lnTo>
                    <a:pt x="124785" y="22975"/>
                  </a:lnTo>
                  <a:lnTo>
                    <a:pt x="165874" y="7506"/>
                  </a:lnTo>
                  <a:lnTo>
                    <a:pt x="209194" y="362"/>
                  </a:lnTo>
                  <a:lnTo>
                    <a:pt x="223837" y="0"/>
                  </a:lnTo>
                  <a:lnTo>
                    <a:pt x="231168" y="4"/>
                  </a:lnTo>
                  <a:lnTo>
                    <a:pt x="238480" y="362"/>
                  </a:lnTo>
                  <a:lnTo>
                    <a:pt x="245776" y="1083"/>
                  </a:lnTo>
                  <a:lnTo>
                    <a:pt x="253072" y="1800"/>
                  </a:lnTo>
                  <a:lnTo>
                    <a:pt x="260316" y="2869"/>
                  </a:lnTo>
                  <a:lnTo>
                    <a:pt x="267505" y="4297"/>
                  </a:lnTo>
                  <a:lnTo>
                    <a:pt x="274696" y="5725"/>
                  </a:lnTo>
                  <a:lnTo>
                    <a:pt x="281799" y="7506"/>
                  </a:lnTo>
                  <a:lnTo>
                    <a:pt x="288813" y="9636"/>
                  </a:lnTo>
                  <a:lnTo>
                    <a:pt x="295828" y="11762"/>
                  </a:lnTo>
                  <a:lnTo>
                    <a:pt x="329353" y="26430"/>
                  </a:lnTo>
                  <a:lnTo>
                    <a:pt x="335818" y="29886"/>
                  </a:lnTo>
                  <a:lnTo>
                    <a:pt x="371506" y="55462"/>
                  </a:lnTo>
                  <a:lnTo>
                    <a:pt x="401515" y="87496"/>
                  </a:lnTo>
                  <a:lnTo>
                    <a:pt x="409949" y="99473"/>
                  </a:lnTo>
                  <a:lnTo>
                    <a:pt x="414022" y="105570"/>
                  </a:lnTo>
                  <a:lnTo>
                    <a:pt x="417787" y="111849"/>
                  </a:lnTo>
                  <a:lnTo>
                    <a:pt x="421242" y="118313"/>
                  </a:lnTo>
                  <a:lnTo>
                    <a:pt x="424699" y="124778"/>
                  </a:lnTo>
                  <a:lnTo>
                    <a:pt x="440163" y="165869"/>
                  </a:lnTo>
                  <a:lnTo>
                    <a:pt x="443372" y="180165"/>
                  </a:lnTo>
                  <a:lnTo>
                    <a:pt x="444804" y="187360"/>
                  </a:lnTo>
                  <a:lnTo>
                    <a:pt x="445878" y="194607"/>
                  </a:lnTo>
                  <a:lnTo>
                    <a:pt x="446598" y="201904"/>
                  </a:lnTo>
                  <a:lnTo>
                    <a:pt x="447315" y="209196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466686" y="6359524"/>
            <a:ext cx="4429125" cy="133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85" dirty="0">
                <a:solidFill>
                  <a:srgbClr val="2E3192"/>
                </a:solidFill>
                <a:latin typeface="Consolas"/>
                <a:cs typeface="Consolas"/>
              </a:rPr>
              <a:t>Decisão 3</a:t>
            </a:r>
            <a:r>
              <a:rPr sz="950" b="1" spc="229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r>
              <a:rPr sz="950" b="1" spc="-50" dirty="0">
                <a:solidFill>
                  <a:srgbClr val="2E3192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LLM gerador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7400"/>
              </a:lnSpc>
              <a:spcBef>
                <a:spcPts val="175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gpt-4o-mini baseline. Subir só com sinal de regressão.</a:t>
            </a:r>
            <a:r>
              <a:rPr sz="1650" spc="-8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7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8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7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2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13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8748365" y="1530350"/>
            <a:ext cx="77406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25" dirty="0">
                <a:solidFill>
                  <a:srgbClr val="CF6A5E"/>
                </a:solidFill>
                <a:latin typeface="Consolas"/>
                <a:cs typeface="Consolas"/>
              </a:rPr>
              <a:t>BLOQUEIO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6808" y="1844675"/>
            <a:ext cx="7114540" cy="34315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955040" marR="947419" indent="307340">
              <a:lnSpc>
                <a:spcPts val="5250"/>
              </a:lnSpc>
              <a:spcBef>
                <a:spcPts val="1300"/>
              </a:spcBef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A TI ainda não</a:t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332865">
              <a:lnSpc>
                <a:spcPts val="5355"/>
              </a:lnSpc>
            </a:pPr>
            <a:r>
              <a:rPr sz="5400" b="1" dirty="0">
                <a:solidFill>
                  <a:srgbClr val="221712"/>
                </a:solidFill>
                <a:latin typeface="Georgia"/>
                <a:cs typeface="Georgia"/>
              </a:rPr>
              <a:t>liberou a rede.</a:t>
            </a:r>
            <a:r>
              <a:rPr sz="5400" b="1" spc="-7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540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5400">
              <a:latin typeface="Georgia"/>
              <a:cs typeface="Georgia"/>
            </a:endParaRPr>
          </a:p>
          <a:p>
            <a:pPr marL="12065" marR="5080" algn="ctr">
              <a:lnSpc>
                <a:spcPct val="110100"/>
              </a:lnSpc>
              <a:spcBef>
                <a:spcPts val="1440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>Bench parcial entregue; bench neural depende de liberação.</a:t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210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25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r>
              <a:rPr sz="2100" spc="-10" dirty="0">
                <a:solidFill>
                  <a:srgbClr val="352A24"/>
                </a:solidFill>
                <a:latin typeface="Segoe UI"/>
                <a:cs typeface="Segoe UI"/>
              </a:rPr>
              <a:t/>
            </a:r>
            <a:endParaRPr sz="21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2499" y="5800723"/>
            <a:ext cx="5305425" cy="3000375"/>
            <a:chOff x="952499" y="5800723"/>
            <a:chExt cx="5305425" cy="3000375"/>
          </a:xfrm>
        </p:grpSpPr>
        <p:sp>
          <p:nvSpPr>
            <p:cNvPr id="5" name="object 5"/>
            <p:cNvSpPr/>
            <p:nvPr/>
          </p:nvSpPr>
          <p:spPr>
            <a:xfrm>
              <a:off x="957262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5148262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7" y="2982221"/>
                  </a:lnTo>
                  <a:lnTo>
                    <a:pt x="59682" y="2961785"/>
                  </a:lnTo>
                  <a:lnTo>
                    <a:pt x="29058" y="2931162"/>
                  </a:lnTo>
                  <a:lnTo>
                    <a:pt x="8626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5" y="104776"/>
                  </a:lnTo>
                  <a:lnTo>
                    <a:pt x="24881" y="65612"/>
                  </a:lnTo>
                  <a:lnTo>
                    <a:pt x="53976" y="33507"/>
                  </a:lnTo>
                  <a:lnTo>
                    <a:pt x="91138" y="11233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4" y="24880"/>
                  </a:lnTo>
                  <a:lnTo>
                    <a:pt x="5262387" y="53973"/>
                  </a:lnTo>
                  <a:lnTo>
                    <a:pt x="5284660" y="91136"/>
                  </a:lnTo>
                  <a:lnTo>
                    <a:pt x="5295190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3" y="2886064"/>
                  </a:lnTo>
                  <a:lnTo>
                    <a:pt x="5271017" y="2925230"/>
                  </a:lnTo>
                  <a:lnTo>
                    <a:pt x="5241922" y="2957333"/>
                  </a:lnTo>
                  <a:lnTo>
                    <a:pt x="5204759" y="2979603"/>
                  </a:lnTo>
                  <a:lnTo>
                    <a:pt x="5162733" y="2990137"/>
                  </a:lnTo>
                  <a:lnTo>
                    <a:pt x="5148262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6" y="97904"/>
                  </a:lnTo>
                  <a:lnTo>
                    <a:pt x="29058" y="59679"/>
                  </a:lnTo>
                  <a:lnTo>
                    <a:pt x="59682" y="29055"/>
                  </a:lnTo>
                  <a:lnTo>
                    <a:pt x="97907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4" y="24880"/>
                  </a:lnTo>
                  <a:lnTo>
                    <a:pt x="5262387" y="53973"/>
                  </a:lnTo>
                  <a:lnTo>
                    <a:pt x="5284660" y="91136"/>
                  </a:lnTo>
                  <a:lnTo>
                    <a:pt x="5295190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3" y="2886064"/>
                  </a:lnTo>
                  <a:lnTo>
                    <a:pt x="5271017" y="2925230"/>
                  </a:lnTo>
                  <a:lnTo>
                    <a:pt x="5241922" y="2957333"/>
                  </a:lnTo>
                  <a:lnTo>
                    <a:pt x="5204759" y="2979603"/>
                  </a:lnTo>
                  <a:lnTo>
                    <a:pt x="5162733" y="2990137"/>
                  </a:lnTo>
                  <a:lnTo>
                    <a:pt x="5148262" y="2990849"/>
                  </a:lnTo>
                  <a:lnTo>
                    <a:pt x="147637" y="2990849"/>
                  </a:lnTo>
                  <a:lnTo>
                    <a:pt x="104780" y="2984492"/>
                  </a:lnTo>
                  <a:lnTo>
                    <a:pt x="65614" y="2965962"/>
                  </a:lnTo>
                  <a:lnTo>
                    <a:pt x="33510" y="2936869"/>
                  </a:lnTo>
                  <a:lnTo>
                    <a:pt x="11238" y="2899706"/>
                  </a:lnTo>
                  <a:lnTo>
                    <a:pt x="709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137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3"/>
                  </a:moveTo>
                  <a:lnTo>
                    <a:pt x="216506" y="447673"/>
                  </a:lnTo>
                  <a:lnTo>
                    <a:pt x="209192" y="447314"/>
                  </a:lnTo>
                  <a:lnTo>
                    <a:pt x="165875" y="440161"/>
                  </a:lnTo>
                  <a:lnTo>
                    <a:pt x="124785" y="424697"/>
                  </a:lnTo>
                  <a:lnTo>
                    <a:pt x="87503" y="401513"/>
                  </a:lnTo>
                  <a:lnTo>
                    <a:pt x="55459" y="371503"/>
                  </a:lnTo>
                  <a:lnTo>
                    <a:pt x="29885" y="335814"/>
                  </a:lnTo>
                  <a:lnTo>
                    <a:pt x="11765" y="295826"/>
                  </a:lnTo>
                  <a:lnTo>
                    <a:pt x="1796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30" y="172975"/>
                  </a:lnTo>
                  <a:lnTo>
                    <a:pt x="19842" y="131399"/>
                  </a:lnTo>
                  <a:lnTo>
                    <a:pt x="41795" y="93378"/>
                  </a:lnTo>
                  <a:lnTo>
                    <a:pt x="70743" y="60371"/>
                  </a:lnTo>
                  <a:lnTo>
                    <a:pt x="105575" y="33645"/>
                  </a:lnTo>
                  <a:lnTo>
                    <a:pt x="144951" y="14232"/>
                  </a:lnTo>
                  <a:lnTo>
                    <a:pt x="187358" y="2869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3"/>
                  </a:lnTo>
                  <a:lnTo>
                    <a:pt x="316268" y="19841"/>
                  </a:lnTo>
                  <a:lnTo>
                    <a:pt x="354289" y="41792"/>
                  </a:lnTo>
                  <a:lnTo>
                    <a:pt x="387297" y="70738"/>
                  </a:lnTo>
                  <a:lnTo>
                    <a:pt x="414023" y="105570"/>
                  </a:lnTo>
                  <a:lnTo>
                    <a:pt x="433440" y="144947"/>
                  </a:lnTo>
                  <a:lnTo>
                    <a:pt x="444803" y="187356"/>
                  </a:lnTo>
                  <a:lnTo>
                    <a:pt x="447674" y="216506"/>
                  </a:lnTo>
                  <a:lnTo>
                    <a:pt x="447674" y="223835"/>
                  </a:lnTo>
                  <a:lnTo>
                    <a:pt x="447674" y="231167"/>
                  </a:lnTo>
                  <a:lnTo>
                    <a:pt x="441943" y="274695"/>
                  </a:lnTo>
                  <a:lnTo>
                    <a:pt x="427830" y="316267"/>
                  </a:lnTo>
                  <a:lnTo>
                    <a:pt x="405878" y="354286"/>
                  </a:lnTo>
                  <a:lnTo>
                    <a:pt x="376930" y="387295"/>
                  </a:lnTo>
                  <a:lnTo>
                    <a:pt x="342098" y="414019"/>
                  </a:lnTo>
                  <a:lnTo>
                    <a:pt x="302722" y="433436"/>
                  </a:lnTo>
                  <a:lnTo>
                    <a:pt x="260315" y="444803"/>
                  </a:lnTo>
                  <a:lnTo>
                    <a:pt x="238481" y="447314"/>
                  </a:lnTo>
                  <a:lnTo>
                    <a:pt x="231168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899" y="6105523"/>
              <a:ext cx="438149" cy="438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86137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69"/>
                  </a:lnTo>
                  <a:lnTo>
                    <a:pt x="447315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3" y="260316"/>
                  </a:lnTo>
                  <a:lnTo>
                    <a:pt x="443373" y="267504"/>
                  </a:lnTo>
                  <a:lnTo>
                    <a:pt x="441943" y="274697"/>
                  </a:lnTo>
                  <a:lnTo>
                    <a:pt x="430635" y="309494"/>
                  </a:lnTo>
                  <a:lnTo>
                    <a:pt x="427830" y="316269"/>
                  </a:lnTo>
                  <a:lnTo>
                    <a:pt x="409951" y="348193"/>
                  </a:lnTo>
                  <a:lnTo>
                    <a:pt x="405878" y="354288"/>
                  </a:lnTo>
                  <a:lnTo>
                    <a:pt x="401516" y="360170"/>
                  </a:lnTo>
                  <a:lnTo>
                    <a:pt x="396866" y="365838"/>
                  </a:lnTo>
                  <a:lnTo>
                    <a:pt x="392215" y="371505"/>
                  </a:lnTo>
                  <a:lnTo>
                    <a:pt x="387298" y="376930"/>
                  </a:lnTo>
                  <a:lnTo>
                    <a:pt x="382114" y="382113"/>
                  </a:lnTo>
                  <a:lnTo>
                    <a:pt x="376930" y="387296"/>
                  </a:lnTo>
                  <a:lnTo>
                    <a:pt x="371505" y="392215"/>
                  </a:lnTo>
                  <a:lnTo>
                    <a:pt x="365838" y="396863"/>
                  </a:lnTo>
                  <a:lnTo>
                    <a:pt x="360171" y="401514"/>
                  </a:lnTo>
                  <a:lnTo>
                    <a:pt x="354289" y="405877"/>
                  </a:lnTo>
                  <a:lnTo>
                    <a:pt x="348194" y="409949"/>
                  </a:lnTo>
                  <a:lnTo>
                    <a:pt x="342099" y="414021"/>
                  </a:lnTo>
                  <a:lnTo>
                    <a:pt x="309495" y="430631"/>
                  </a:lnTo>
                  <a:lnTo>
                    <a:pt x="302723" y="433438"/>
                  </a:lnTo>
                  <a:lnTo>
                    <a:pt x="267505" y="443372"/>
                  </a:lnTo>
                  <a:lnTo>
                    <a:pt x="260315" y="444805"/>
                  </a:lnTo>
                  <a:lnTo>
                    <a:pt x="253072" y="445882"/>
                  </a:lnTo>
                  <a:lnTo>
                    <a:pt x="245777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6" y="447674"/>
                  </a:lnTo>
                  <a:lnTo>
                    <a:pt x="180168" y="443372"/>
                  </a:lnTo>
                  <a:lnTo>
                    <a:pt x="172978" y="441942"/>
                  </a:lnTo>
                  <a:lnTo>
                    <a:pt x="165876" y="440163"/>
                  </a:lnTo>
                  <a:lnTo>
                    <a:pt x="158860" y="438035"/>
                  </a:lnTo>
                  <a:lnTo>
                    <a:pt x="151845" y="435907"/>
                  </a:lnTo>
                  <a:lnTo>
                    <a:pt x="144951" y="433440"/>
                  </a:lnTo>
                  <a:lnTo>
                    <a:pt x="138178" y="430633"/>
                  </a:lnTo>
                  <a:lnTo>
                    <a:pt x="131405" y="427829"/>
                  </a:lnTo>
                  <a:lnTo>
                    <a:pt x="124786" y="424699"/>
                  </a:lnTo>
                  <a:lnTo>
                    <a:pt x="118320" y="421242"/>
                  </a:lnTo>
                  <a:lnTo>
                    <a:pt x="111855" y="417786"/>
                  </a:lnTo>
                  <a:lnTo>
                    <a:pt x="76169" y="392215"/>
                  </a:lnTo>
                  <a:lnTo>
                    <a:pt x="65560" y="382113"/>
                  </a:lnTo>
                  <a:lnTo>
                    <a:pt x="60376" y="376930"/>
                  </a:lnTo>
                  <a:lnTo>
                    <a:pt x="55459" y="371505"/>
                  </a:lnTo>
                  <a:lnTo>
                    <a:pt x="50808" y="365838"/>
                  </a:lnTo>
                  <a:lnTo>
                    <a:pt x="46157" y="360170"/>
                  </a:lnTo>
                  <a:lnTo>
                    <a:pt x="22973" y="322886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11765" y="295828"/>
                  </a:lnTo>
                  <a:lnTo>
                    <a:pt x="9637" y="288812"/>
                  </a:lnTo>
                  <a:lnTo>
                    <a:pt x="7509" y="281797"/>
                  </a:lnTo>
                  <a:lnTo>
                    <a:pt x="5730" y="274695"/>
                  </a:lnTo>
                  <a:lnTo>
                    <a:pt x="4300" y="267501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7"/>
                  </a:lnTo>
                  <a:lnTo>
                    <a:pt x="17037" y="138175"/>
                  </a:lnTo>
                  <a:lnTo>
                    <a:pt x="19843" y="131401"/>
                  </a:lnTo>
                  <a:lnTo>
                    <a:pt x="41795" y="93380"/>
                  </a:lnTo>
                  <a:lnTo>
                    <a:pt x="50808" y="81832"/>
                  </a:lnTo>
                  <a:lnTo>
                    <a:pt x="55459" y="76164"/>
                  </a:lnTo>
                  <a:lnTo>
                    <a:pt x="87503" y="46157"/>
                  </a:lnTo>
                  <a:lnTo>
                    <a:pt x="124786" y="22973"/>
                  </a:lnTo>
                  <a:lnTo>
                    <a:pt x="165876" y="7513"/>
                  </a:lnTo>
                  <a:lnTo>
                    <a:pt x="201897" y="1079"/>
                  </a:lnTo>
                  <a:lnTo>
                    <a:pt x="209193" y="360"/>
                  </a:lnTo>
                  <a:lnTo>
                    <a:pt x="216506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1" y="360"/>
                  </a:lnTo>
                  <a:lnTo>
                    <a:pt x="245777" y="1079"/>
                  </a:lnTo>
                  <a:lnTo>
                    <a:pt x="253073" y="1797"/>
                  </a:lnTo>
                  <a:lnTo>
                    <a:pt x="295829" y="11769"/>
                  </a:lnTo>
                  <a:lnTo>
                    <a:pt x="329353" y="26430"/>
                  </a:lnTo>
                  <a:lnTo>
                    <a:pt x="335818" y="29884"/>
                  </a:lnTo>
                  <a:lnTo>
                    <a:pt x="371505" y="55457"/>
                  </a:lnTo>
                  <a:lnTo>
                    <a:pt x="382114" y="65556"/>
                  </a:lnTo>
                  <a:lnTo>
                    <a:pt x="387298" y="70740"/>
                  </a:lnTo>
                  <a:lnTo>
                    <a:pt x="392215" y="76164"/>
                  </a:lnTo>
                  <a:lnTo>
                    <a:pt x="396866" y="81832"/>
                  </a:lnTo>
                  <a:lnTo>
                    <a:pt x="401516" y="87499"/>
                  </a:lnTo>
                  <a:lnTo>
                    <a:pt x="424699" y="124783"/>
                  </a:lnTo>
                  <a:lnTo>
                    <a:pt x="430635" y="138175"/>
                  </a:lnTo>
                  <a:lnTo>
                    <a:pt x="433441" y="144949"/>
                  </a:lnTo>
                  <a:lnTo>
                    <a:pt x="444803" y="187358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37172" y="7007225"/>
            <a:ext cx="2139315" cy="52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01</a:t>
            </a:r>
            <a:endParaRPr sz="9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huggingface.co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7588" y="7896859"/>
            <a:ext cx="451866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715" marR="5080" indent="-882650">
              <a:lnSpc>
                <a:spcPct val="113599"/>
              </a:lnSpc>
              <a:spcBef>
                <a:spcPts val="100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MPNet, BGE-m3 e demais open source. Liberação pontual.</a:t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6524" y="5800723"/>
            <a:ext cx="5314950" cy="3000375"/>
            <a:chOff x="6486524" y="5800723"/>
            <a:chExt cx="5314950" cy="3000375"/>
          </a:xfrm>
        </p:grpSpPr>
        <p:sp>
          <p:nvSpPr>
            <p:cNvPr id="13" name="object 13"/>
            <p:cNvSpPr/>
            <p:nvPr/>
          </p:nvSpPr>
          <p:spPr>
            <a:xfrm>
              <a:off x="6491287" y="5805485"/>
              <a:ext cx="5305425" cy="2990850"/>
            </a:xfrm>
            <a:custGeom>
              <a:avLst/>
              <a:gdLst/>
              <a:ahLst/>
              <a:cxnLst/>
              <a:rect l="l" t="t" r="r" b="b"/>
              <a:pathLst>
                <a:path w="5305425" h="2990850">
                  <a:moveTo>
                    <a:pt x="5157787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7" y="2982221"/>
                  </a:lnTo>
                  <a:lnTo>
                    <a:pt x="59681" y="2961785"/>
                  </a:lnTo>
                  <a:lnTo>
                    <a:pt x="29058" y="2931162"/>
                  </a:lnTo>
                  <a:lnTo>
                    <a:pt x="8625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5" y="104776"/>
                  </a:lnTo>
                  <a:lnTo>
                    <a:pt x="24881" y="65612"/>
                  </a:lnTo>
                  <a:lnTo>
                    <a:pt x="53975" y="33507"/>
                  </a:lnTo>
                  <a:lnTo>
                    <a:pt x="91138" y="11233"/>
                  </a:lnTo>
                  <a:lnTo>
                    <a:pt x="133166" y="708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54"/>
                  </a:lnTo>
                  <a:lnTo>
                    <a:pt x="5239808" y="24880"/>
                  </a:lnTo>
                  <a:lnTo>
                    <a:pt x="5271912" y="53973"/>
                  </a:lnTo>
                  <a:lnTo>
                    <a:pt x="5294184" y="91136"/>
                  </a:lnTo>
                  <a:lnTo>
                    <a:pt x="5304714" y="133165"/>
                  </a:lnTo>
                  <a:lnTo>
                    <a:pt x="5305424" y="147637"/>
                  </a:lnTo>
                  <a:lnTo>
                    <a:pt x="5305424" y="2843212"/>
                  </a:lnTo>
                  <a:lnTo>
                    <a:pt x="5299067" y="2886064"/>
                  </a:lnTo>
                  <a:lnTo>
                    <a:pt x="5280541" y="2925230"/>
                  </a:lnTo>
                  <a:lnTo>
                    <a:pt x="5251448" y="2957333"/>
                  </a:lnTo>
                  <a:lnTo>
                    <a:pt x="5214283" y="2979603"/>
                  </a:lnTo>
                  <a:lnTo>
                    <a:pt x="5172257" y="2990137"/>
                  </a:lnTo>
                  <a:lnTo>
                    <a:pt x="5157787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91287" y="5805485"/>
              <a:ext cx="5305425" cy="2990850"/>
            </a:xfrm>
            <a:custGeom>
              <a:avLst/>
              <a:gdLst/>
              <a:ahLst/>
              <a:cxnLst/>
              <a:rect l="l" t="t" r="r" b="b"/>
              <a:pathLst>
                <a:path w="5305425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5" y="97904"/>
                  </a:lnTo>
                  <a:lnTo>
                    <a:pt x="29058" y="59679"/>
                  </a:lnTo>
                  <a:lnTo>
                    <a:pt x="59681" y="29055"/>
                  </a:lnTo>
                  <a:lnTo>
                    <a:pt x="97907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57787" y="0"/>
                  </a:lnTo>
                  <a:lnTo>
                    <a:pt x="5200642" y="6354"/>
                  </a:lnTo>
                  <a:lnTo>
                    <a:pt x="5239808" y="24880"/>
                  </a:lnTo>
                  <a:lnTo>
                    <a:pt x="5271912" y="53973"/>
                  </a:lnTo>
                  <a:lnTo>
                    <a:pt x="5294184" y="91136"/>
                  </a:lnTo>
                  <a:lnTo>
                    <a:pt x="5304714" y="133165"/>
                  </a:lnTo>
                  <a:lnTo>
                    <a:pt x="5305424" y="147637"/>
                  </a:lnTo>
                  <a:lnTo>
                    <a:pt x="5305424" y="2843212"/>
                  </a:lnTo>
                  <a:lnTo>
                    <a:pt x="5299067" y="2886064"/>
                  </a:lnTo>
                  <a:lnTo>
                    <a:pt x="5280541" y="2925230"/>
                  </a:lnTo>
                  <a:lnTo>
                    <a:pt x="5251448" y="2957333"/>
                  </a:lnTo>
                  <a:lnTo>
                    <a:pt x="5214283" y="2979603"/>
                  </a:lnTo>
                  <a:lnTo>
                    <a:pt x="5172257" y="2990137"/>
                  </a:lnTo>
                  <a:lnTo>
                    <a:pt x="5157787" y="2990849"/>
                  </a:lnTo>
                  <a:lnTo>
                    <a:pt x="147637" y="2990849"/>
                  </a:lnTo>
                  <a:lnTo>
                    <a:pt x="104779" y="2984492"/>
                  </a:lnTo>
                  <a:lnTo>
                    <a:pt x="65614" y="2965962"/>
                  </a:lnTo>
                  <a:lnTo>
                    <a:pt x="33510" y="2936869"/>
                  </a:lnTo>
                  <a:lnTo>
                    <a:pt x="11237" y="2899706"/>
                  </a:lnTo>
                  <a:lnTo>
                    <a:pt x="709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20162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3"/>
                  </a:moveTo>
                  <a:lnTo>
                    <a:pt x="216506" y="447673"/>
                  </a:lnTo>
                  <a:lnTo>
                    <a:pt x="209193" y="447314"/>
                  </a:lnTo>
                  <a:lnTo>
                    <a:pt x="165875" y="440161"/>
                  </a:lnTo>
                  <a:lnTo>
                    <a:pt x="124786" y="424697"/>
                  </a:lnTo>
                  <a:lnTo>
                    <a:pt x="87503" y="401513"/>
                  </a:lnTo>
                  <a:lnTo>
                    <a:pt x="55458" y="371503"/>
                  </a:lnTo>
                  <a:lnTo>
                    <a:pt x="29886" y="335814"/>
                  </a:lnTo>
                  <a:lnTo>
                    <a:pt x="11765" y="295826"/>
                  </a:lnTo>
                  <a:lnTo>
                    <a:pt x="1795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30" y="172975"/>
                  </a:lnTo>
                  <a:lnTo>
                    <a:pt x="19842" y="131399"/>
                  </a:lnTo>
                  <a:lnTo>
                    <a:pt x="41795" y="93378"/>
                  </a:lnTo>
                  <a:lnTo>
                    <a:pt x="70743" y="60371"/>
                  </a:lnTo>
                  <a:lnTo>
                    <a:pt x="105574" y="33645"/>
                  </a:lnTo>
                  <a:lnTo>
                    <a:pt x="144950" y="14232"/>
                  </a:lnTo>
                  <a:lnTo>
                    <a:pt x="187358" y="2869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33"/>
                  </a:lnTo>
                  <a:lnTo>
                    <a:pt x="316267" y="19841"/>
                  </a:lnTo>
                  <a:lnTo>
                    <a:pt x="354288" y="41792"/>
                  </a:lnTo>
                  <a:lnTo>
                    <a:pt x="387296" y="70738"/>
                  </a:lnTo>
                  <a:lnTo>
                    <a:pt x="414022" y="105570"/>
                  </a:lnTo>
                  <a:lnTo>
                    <a:pt x="433439" y="144947"/>
                  </a:lnTo>
                  <a:lnTo>
                    <a:pt x="444803" y="187356"/>
                  </a:lnTo>
                  <a:lnTo>
                    <a:pt x="447674" y="216506"/>
                  </a:lnTo>
                  <a:lnTo>
                    <a:pt x="447674" y="223835"/>
                  </a:lnTo>
                  <a:lnTo>
                    <a:pt x="447674" y="231167"/>
                  </a:lnTo>
                  <a:lnTo>
                    <a:pt x="441942" y="274695"/>
                  </a:lnTo>
                  <a:lnTo>
                    <a:pt x="427829" y="316267"/>
                  </a:lnTo>
                  <a:lnTo>
                    <a:pt x="405876" y="354286"/>
                  </a:lnTo>
                  <a:lnTo>
                    <a:pt x="376928" y="387295"/>
                  </a:lnTo>
                  <a:lnTo>
                    <a:pt x="342097" y="414019"/>
                  </a:lnTo>
                  <a:lnTo>
                    <a:pt x="302722" y="433436"/>
                  </a:lnTo>
                  <a:lnTo>
                    <a:pt x="260314" y="444803"/>
                  </a:lnTo>
                  <a:lnTo>
                    <a:pt x="238481" y="447314"/>
                  </a:lnTo>
                  <a:lnTo>
                    <a:pt x="231167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4924" y="6105523"/>
              <a:ext cx="438149" cy="4381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20161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5" y="231169"/>
                  </a:lnTo>
                  <a:lnTo>
                    <a:pt x="447316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3" y="260316"/>
                  </a:lnTo>
                  <a:lnTo>
                    <a:pt x="443372" y="267504"/>
                  </a:lnTo>
                  <a:lnTo>
                    <a:pt x="441942" y="274697"/>
                  </a:lnTo>
                  <a:lnTo>
                    <a:pt x="440163" y="281799"/>
                  </a:lnTo>
                  <a:lnTo>
                    <a:pt x="438035" y="288815"/>
                  </a:lnTo>
                  <a:lnTo>
                    <a:pt x="435907" y="295830"/>
                  </a:lnTo>
                  <a:lnTo>
                    <a:pt x="433440" y="302723"/>
                  </a:lnTo>
                  <a:lnTo>
                    <a:pt x="430635" y="309494"/>
                  </a:lnTo>
                  <a:lnTo>
                    <a:pt x="427829" y="316269"/>
                  </a:lnTo>
                  <a:lnTo>
                    <a:pt x="424699" y="322886"/>
                  </a:lnTo>
                  <a:lnTo>
                    <a:pt x="421242" y="329351"/>
                  </a:lnTo>
                  <a:lnTo>
                    <a:pt x="417787" y="335816"/>
                  </a:lnTo>
                  <a:lnTo>
                    <a:pt x="414022" y="342097"/>
                  </a:lnTo>
                  <a:lnTo>
                    <a:pt x="409949" y="348193"/>
                  </a:lnTo>
                  <a:lnTo>
                    <a:pt x="405877" y="354288"/>
                  </a:lnTo>
                  <a:lnTo>
                    <a:pt x="401515" y="360170"/>
                  </a:lnTo>
                  <a:lnTo>
                    <a:pt x="396865" y="365838"/>
                  </a:lnTo>
                  <a:lnTo>
                    <a:pt x="392214" y="371505"/>
                  </a:lnTo>
                  <a:lnTo>
                    <a:pt x="387297" y="376930"/>
                  </a:lnTo>
                  <a:lnTo>
                    <a:pt x="382113" y="382113"/>
                  </a:lnTo>
                  <a:lnTo>
                    <a:pt x="376929" y="387296"/>
                  </a:lnTo>
                  <a:lnTo>
                    <a:pt x="371504" y="392215"/>
                  </a:lnTo>
                  <a:lnTo>
                    <a:pt x="365836" y="396863"/>
                  </a:lnTo>
                  <a:lnTo>
                    <a:pt x="360170" y="401514"/>
                  </a:lnTo>
                  <a:lnTo>
                    <a:pt x="354288" y="405877"/>
                  </a:lnTo>
                  <a:lnTo>
                    <a:pt x="348192" y="409949"/>
                  </a:lnTo>
                  <a:lnTo>
                    <a:pt x="342098" y="414021"/>
                  </a:lnTo>
                  <a:lnTo>
                    <a:pt x="309495" y="430631"/>
                  </a:lnTo>
                  <a:lnTo>
                    <a:pt x="302722" y="433438"/>
                  </a:lnTo>
                  <a:lnTo>
                    <a:pt x="267505" y="443372"/>
                  </a:lnTo>
                  <a:lnTo>
                    <a:pt x="260315" y="444805"/>
                  </a:lnTo>
                  <a:lnTo>
                    <a:pt x="253073" y="445882"/>
                  </a:lnTo>
                  <a:lnTo>
                    <a:pt x="245778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8" y="441942"/>
                  </a:lnTo>
                  <a:lnTo>
                    <a:pt x="165876" y="440163"/>
                  </a:lnTo>
                  <a:lnTo>
                    <a:pt x="158861" y="438035"/>
                  </a:lnTo>
                  <a:lnTo>
                    <a:pt x="151846" y="435907"/>
                  </a:lnTo>
                  <a:lnTo>
                    <a:pt x="144952" y="433440"/>
                  </a:lnTo>
                  <a:lnTo>
                    <a:pt x="138178" y="430633"/>
                  </a:lnTo>
                  <a:lnTo>
                    <a:pt x="131405" y="427829"/>
                  </a:lnTo>
                  <a:lnTo>
                    <a:pt x="124787" y="424699"/>
                  </a:lnTo>
                  <a:lnTo>
                    <a:pt x="118321" y="421242"/>
                  </a:lnTo>
                  <a:lnTo>
                    <a:pt x="111856" y="417786"/>
                  </a:lnTo>
                  <a:lnTo>
                    <a:pt x="76170" y="392215"/>
                  </a:lnTo>
                  <a:lnTo>
                    <a:pt x="65560" y="382113"/>
                  </a:lnTo>
                  <a:lnTo>
                    <a:pt x="60376" y="376930"/>
                  </a:lnTo>
                  <a:lnTo>
                    <a:pt x="55459" y="371505"/>
                  </a:lnTo>
                  <a:lnTo>
                    <a:pt x="50808" y="365838"/>
                  </a:lnTo>
                  <a:lnTo>
                    <a:pt x="46157" y="360170"/>
                  </a:lnTo>
                  <a:lnTo>
                    <a:pt x="41795" y="354288"/>
                  </a:lnTo>
                  <a:lnTo>
                    <a:pt x="37723" y="348193"/>
                  </a:lnTo>
                  <a:lnTo>
                    <a:pt x="33650" y="342097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4299" y="267501"/>
                  </a:lnTo>
                  <a:lnTo>
                    <a:pt x="2870" y="260314"/>
                  </a:lnTo>
                  <a:lnTo>
                    <a:pt x="0" y="223837"/>
                  </a:lnTo>
                  <a:lnTo>
                    <a:pt x="0" y="216507"/>
                  </a:lnTo>
                  <a:lnTo>
                    <a:pt x="5731" y="172977"/>
                  </a:lnTo>
                  <a:lnTo>
                    <a:pt x="9638" y="158859"/>
                  </a:lnTo>
                  <a:lnTo>
                    <a:pt x="11766" y="151844"/>
                  </a:lnTo>
                  <a:lnTo>
                    <a:pt x="29885" y="111853"/>
                  </a:lnTo>
                  <a:lnTo>
                    <a:pt x="50808" y="81832"/>
                  </a:lnTo>
                  <a:lnTo>
                    <a:pt x="55459" y="76164"/>
                  </a:lnTo>
                  <a:lnTo>
                    <a:pt x="87503" y="46157"/>
                  </a:lnTo>
                  <a:lnTo>
                    <a:pt x="118321" y="26429"/>
                  </a:lnTo>
                  <a:lnTo>
                    <a:pt x="124786" y="22973"/>
                  </a:lnTo>
                  <a:lnTo>
                    <a:pt x="165875" y="7513"/>
                  </a:lnTo>
                  <a:lnTo>
                    <a:pt x="201898" y="1079"/>
                  </a:lnTo>
                  <a:lnTo>
                    <a:pt x="209193" y="360"/>
                  </a:lnTo>
                  <a:lnTo>
                    <a:pt x="216507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1" y="360"/>
                  </a:lnTo>
                  <a:lnTo>
                    <a:pt x="245777" y="1079"/>
                  </a:lnTo>
                  <a:lnTo>
                    <a:pt x="253072" y="1797"/>
                  </a:lnTo>
                  <a:lnTo>
                    <a:pt x="295828" y="11769"/>
                  </a:lnTo>
                  <a:lnTo>
                    <a:pt x="329352" y="26430"/>
                  </a:lnTo>
                  <a:lnTo>
                    <a:pt x="335817" y="29884"/>
                  </a:lnTo>
                  <a:lnTo>
                    <a:pt x="371504" y="55457"/>
                  </a:lnTo>
                  <a:lnTo>
                    <a:pt x="396864" y="81832"/>
                  </a:lnTo>
                  <a:lnTo>
                    <a:pt x="401515" y="87499"/>
                  </a:lnTo>
                  <a:lnTo>
                    <a:pt x="421242" y="118318"/>
                  </a:lnTo>
                  <a:lnTo>
                    <a:pt x="424698" y="124783"/>
                  </a:lnTo>
                  <a:lnTo>
                    <a:pt x="427829" y="131401"/>
                  </a:lnTo>
                  <a:lnTo>
                    <a:pt x="430634" y="138175"/>
                  </a:lnTo>
                  <a:lnTo>
                    <a:pt x="433440" y="144949"/>
                  </a:lnTo>
                  <a:lnTo>
                    <a:pt x="444803" y="187358"/>
                  </a:lnTo>
                  <a:lnTo>
                    <a:pt x="446597" y="201899"/>
                  </a:lnTo>
                  <a:lnTo>
                    <a:pt x="447316" y="209193"/>
                  </a:lnTo>
                  <a:lnTo>
                    <a:pt x="447675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66743" y="6854825"/>
            <a:ext cx="4354830" cy="163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02</a:t>
            </a:r>
            <a:endParaRPr sz="950">
              <a:latin typeface="Consolas"/>
              <a:cs typeface="Consolas"/>
            </a:endParaRPr>
          </a:p>
          <a:p>
            <a:pPr marL="1047750" marR="1040130" indent="-635" algn="ctr">
              <a:lnSpc>
                <a:spcPts val="2400"/>
              </a:lnSpc>
              <a:spcBef>
                <a:spcPts val="365"/>
              </a:spcBef>
            </a:pP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>api.openai.com</a:t>
            </a:r>
            <a:endParaRPr sz="2250">
              <a:latin typeface="Georgia"/>
              <a:cs typeface="Georgia"/>
            </a:endParaRPr>
          </a:p>
          <a:p>
            <a:pPr marL="12700" marR="5080" algn="ctr">
              <a:lnSpc>
                <a:spcPct val="113599"/>
              </a:lnSpc>
              <a:spcBef>
                <a:spcPts val="187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Embeddings v3 e LLM gerador. Liberação permanente, allowlist.</a:t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3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030074" y="5800723"/>
            <a:ext cx="5305425" cy="3000375"/>
            <a:chOff x="12030074" y="5800723"/>
            <a:chExt cx="5305425" cy="3000375"/>
          </a:xfrm>
        </p:grpSpPr>
        <p:sp>
          <p:nvSpPr>
            <p:cNvPr id="20" name="object 20"/>
            <p:cNvSpPr/>
            <p:nvPr/>
          </p:nvSpPr>
          <p:spPr>
            <a:xfrm>
              <a:off x="12034836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5148262" y="2990849"/>
                  </a:moveTo>
                  <a:lnTo>
                    <a:pt x="147637" y="2990849"/>
                  </a:lnTo>
                  <a:lnTo>
                    <a:pt x="140384" y="2990669"/>
                  </a:lnTo>
                  <a:lnTo>
                    <a:pt x="97906" y="2982221"/>
                  </a:lnTo>
                  <a:lnTo>
                    <a:pt x="59680" y="2961785"/>
                  </a:lnTo>
                  <a:lnTo>
                    <a:pt x="29056" y="2931162"/>
                  </a:lnTo>
                  <a:lnTo>
                    <a:pt x="8625" y="2892936"/>
                  </a:lnTo>
                  <a:lnTo>
                    <a:pt x="177" y="2850461"/>
                  </a:lnTo>
                  <a:lnTo>
                    <a:pt x="0" y="2843212"/>
                  </a:lnTo>
                  <a:lnTo>
                    <a:pt x="0" y="147637"/>
                  </a:lnTo>
                  <a:lnTo>
                    <a:pt x="6354" y="104776"/>
                  </a:lnTo>
                  <a:lnTo>
                    <a:pt x="24878" y="65612"/>
                  </a:lnTo>
                  <a:lnTo>
                    <a:pt x="53974" y="33507"/>
                  </a:lnTo>
                  <a:lnTo>
                    <a:pt x="91137" y="11233"/>
                  </a:lnTo>
                  <a:lnTo>
                    <a:pt x="133165" y="708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3" y="24880"/>
                  </a:lnTo>
                  <a:lnTo>
                    <a:pt x="5262387" y="53973"/>
                  </a:lnTo>
                  <a:lnTo>
                    <a:pt x="5284659" y="91136"/>
                  </a:lnTo>
                  <a:lnTo>
                    <a:pt x="5295189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2" y="2886064"/>
                  </a:lnTo>
                  <a:lnTo>
                    <a:pt x="5271016" y="2925230"/>
                  </a:lnTo>
                  <a:lnTo>
                    <a:pt x="5241921" y="2957333"/>
                  </a:lnTo>
                  <a:lnTo>
                    <a:pt x="5204758" y="2979603"/>
                  </a:lnTo>
                  <a:lnTo>
                    <a:pt x="5162732" y="2990137"/>
                  </a:lnTo>
                  <a:lnTo>
                    <a:pt x="5148262" y="2990849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34836" y="5805485"/>
              <a:ext cx="5295900" cy="2990850"/>
            </a:xfrm>
            <a:custGeom>
              <a:avLst/>
              <a:gdLst/>
              <a:ahLst/>
              <a:cxnLst/>
              <a:rect l="l" t="t" r="r" b="b"/>
              <a:pathLst>
                <a:path w="5295900" h="2990850">
                  <a:moveTo>
                    <a:pt x="0" y="284321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5" y="97904"/>
                  </a:lnTo>
                  <a:lnTo>
                    <a:pt x="29056" y="59679"/>
                  </a:lnTo>
                  <a:lnTo>
                    <a:pt x="59680" y="29055"/>
                  </a:lnTo>
                  <a:lnTo>
                    <a:pt x="97906" y="8622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5148262" y="0"/>
                  </a:lnTo>
                  <a:lnTo>
                    <a:pt x="5191118" y="6354"/>
                  </a:lnTo>
                  <a:lnTo>
                    <a:pt x="5230283" y="24880"/>
                  </a:lnTo>
                  <a:lnTo>
                    <a:pt x="5262387" y="53973"/>
                  </a:lnTo>
                  <a:lnTo>
                    <a:pt x="5284659" y="91136"/>
                  </a:lnTo>
                  <a:lnTo>
                    <a:pt x="5295189" y="133165"/>
                  </a:lnTo>
                  <a:lnTo>
                    <a:pt x="5295899" y="147637"/>
                  </a:lnTo>
                  <a:lnTo>
                    <a:pt x="5295899" y="2843212"/>
                  </a:lnTo>
                  <a:lnTo>
                    <a:pt x="5289542" y="2886064"/>
                  </a:lnTo>
                  <a:lnTo>
                    <a:pt x="5271016" y="2925230"/>
                  </a:lnTo>
                  <a:lnTo>
                    <a:pt x="5241921" y="2957333"/>
                  </a:lnTo>
                  <a:lnTo>
                    <a:pt x="5204758" y="2979603"/>
                  </a:lnTo>
                  <a:lnTo>
                    <a:pt x="5162732" y="2990137"/>
                  </a:lnTo>
                  <a:lnTo>
                    <a:pt x="5148262" y="2990849"/>
                  </a:lnTo>
                  <a:lnTo>
                    <a:pt x="147637" y="2990849"/>
                  </a:lnTo>
                  <a:lnTo>
                    <a:pt x="104779" y="2984492"/>
                  </a:lnTo>
                  <a:lnTo>
                    <a:pt x="65612" y="2965962"/>
                  </a:lnTo>
                  <a:lnTo>
                    <a:pt x="33509" y="2936869"/>
                  </a:lnTo>
                  <a:lnTo>
                    <a:pt x="11236" y="2899706"/>
                  </a:lnTo>
                  <a:lnTo>
                    <a:pt x="708" y="2857677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E4DC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454187" y="61007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3"/>
                  </a:moveTo>
                  <a:lnTo>
                    <a:pt x="216506" y="447673"/>
                  </a:lnTo>
                  <a:lnTo>
                    <a:pt x="209193" y="447314"/>
                  </a:lnTo>
                  <a:lnTo>
                    <a:pt x="165873" y="440161"/>
                  </a:lnTo>
                  <a:lnTo>
                    <a:pt x="124784" y="424697"/>
                  </a:lnTo>
                  <a:lnTo>
                    <a:pt x="87501" y="401513"/>
                  </a:lnTo>
                  <a:lnTo>
                    <a:pt x="55459" y="371503"/>
                  </a:lnTo>
                  <a:lnTo>
                    <a:pt x="29884" y="335814"/>
                  </a:lnTo>
                  <a:lnTo>
                    <a:pt x="11765" y="295826"/>
                  </a:lnTo>
                  <a:lnTo>
                    <a:pt x="1794" y="253070"/>
                  </a:lnTo>
                  <a:lnTo>
                    <a:pt x="0" y="231167"/>
                  </a:lnTo>
                  <a:lnTo>
                    <a:pt x="0" y="216506"/>
                  </a:lnTo>
                  <a:lnTo>
                    <a:pt x="5729" y="172975"/>
                  </a:lnTo>
                  <a:lnTo>
                    <a:pt x="19841" y="131399"/>
                  </a:lnTo>
                  <a:lnTo>
                    <a:pt x="41793" y="93378"/>
                  </a:lnTo>
                  <a:lnTo>
                    <a:pt x="70743" y="60371"/>
                  </a:lnTo>
                  <a:lnTo>
                    <a:pt x="105573" y="33645"/>
                  </a:lnTo>
                  <a:lnTo>
                    <a:pt x="144948" y="14232"/>
                  </a:lnTo>
                  <a:lnTo>
                    <a:pt x="187357" y="2869"/>
                  </a:lnTo>
                  <a:lnTo>
                    <a:pt x="216506" y="0"/>
                  </a:lnTo>
                  <a:lnTo>
                    <a:pt x="231167" y="0"/>
                  </a:lnTo>
                  <a:lnTo>
                    <a:pt x="274694" y="5733"/>
                  </a:lnTo>
                  <a:lnTo>
                    <a:pt x="316267" y="19841"/>
                  </a:lnTo>
                  <a:lnTo>
                    <a:pt x="354288" y="41792"/>
                  </a:lnTo>
                  <a:lnTo>
                    <a:pt x="387296" y="70738"/>
                  </a:lnTo>
                  <a:lnTo>
                    <a:pt x="414021" y="105570"/>
                  </a:lnTo>
                  <a:lnTo>
                    <a:pt x="433438" y="144947"/>
                  </a:lnTo>
                  <a:lnTo>
                    <a:pt x="444803" y="187356"/>
                  </a:lnTo>
                  <a:lnTo>
                    <a:pt x="447673" y="216506"/>
                  </a:lnTo>
                  <a:lnTo>
                    <a:pt x="447673" y="223835"/>
                  </a:lnTo>
                  <a:lnTo>
                    <a:pt x="447673" y="231167"/>
                  </a:lnTo>
                  <a:lnTo>
                    <a:pt x="441941" y="274695"/>
                  </a:lnTo>
                  <a:lnTo>
                    <a:pt x="427828" y="316267"/>
                  </a:lnTo>
                  <a:lnTo>
                    <a:pt x="405875" y="354286"/>
                  </a:lnTo>
                  <a:lnTo>
                    <a:pt x="376930" y="387295"/>
                  </a:lnTo>
                  <a:lnTo>
                    <a:pt x="342097" y="414019"/>
                  </a:lnTo>
                  <a:lnTo>
                    <a:pt x="302721" y="433436"/>
                  </a:lnTo>
                  <a:lnTo>
                    <a:pt x="260315" y="444803"/>
                  </a:lnTo>
                  <a:lnTo>
                    <a:pt x="238480" y="447314"/>
                  </a:lnTo>
                  <a:lnTo>
                    <a:pt x="231167" y="447673"/>
                  </a:lnTo>
                  <a:close/>
                </a:path>
              </a:pathLst>
            </a:custGeom>
            <a:solidFill>
              <a:srgbClr val="F8E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58948" y="6105523"/>
              <a:ext cx="438149" cy="4381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454186" y="6100760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7674" y="223837"/>
                  </a:moveTo>
                  <a:lnTo>
                    <a:pt x="447674" y="231169"/>
                  </a:lnTo>
                  <a:lnTo>
                    <a:pt x="447315" y="238483"/>
                  </a:lnTo>
                  <a:lnTo>
                    <a:pt x="446597" y="245780"/>
                  </a:lnTo>
                  <a:lnTo>
                    <a:pt x="445878" y="253075"/>
                  </a:lnTo>
                  <a:lnTo>
                    <a:pt x="444804" y="260316"/>
                  </a:lnTo>
                  <a:lnTo>
                    <a:pt x="443372" y="267504"/>
                  </a:lnTo>
                  <a:lnTo>
                    <a:pt x="441942" y="274697"/>
                  </a:lnTo>
                  <a:lnTo>
                    <a:pt x="430634" y="309494"/>
                  </a:lnTo>
                  <a:lnTo>
                    <a:pt x="427829" y="316269"/>
                  </a:lnTo>
                  <a:lnTo>
                    <a:pt x="424699" y="322886"/>
                  </a:lnTo>
                  <a:lnTo>
                    <a:pt x="421242" y="329351"/>
                  </a:lnTo>
                  <a:lnTo>
                    <a:pt x="417787" y="335816"/>
                  </a:lnTo>
                  <a:lnTo>
                    <a:pt x="392214" y="371505"/>
                  </a:lnTo>
                  <a:lnTo>
                    <a:pt x="382113" y="382113"/>
                  </a:lnTo>
                  <a:lnTo>
                    <a:pt x="376931" y="387296"/>
                  </a:lnTo>
                  <a:lnTo>
                    <a:pt x="371506" y="392215"/>
                  </a:lnTo>
                  <a:lnTo>
                    <a:pt x="365839" y="396863"/>
                  </a:lnTo>
                  <a:lnTo>
                    <a:pt x="360172" y="401514"/>
                  </a:lnTo>
                  <a:lnTo>
                    <a:pt x="354289" y="405877"/>
                  </a:lnTo>
                  <a:lnTo>
                    <a:pt x="348193" y="409949"/>
                  </a:lnTo>
                  <a:lnTo>
                    <a:pt x="342098" y="414021"/>
                  </a:lnTo>
                  <a:lnTo>
                    <a:pt x="309495" y="430631"/>
                  </a:lnTo>
                  <a:lnTo>
                    <a:pt x="302722" y="433438"/>
                  </a:lnTo>
                  <a:lnTo>
                    <a:pt x="267505" y="443372"/>
                  </a:lnTo>
                  <a:lnTo>
                    <a:pt x="260316" y="444805"/>
                  </a:lnTo>
                  <a:lnTo>
                    <a:pt x="253074" y="445882"/>
                  </a:lnTo>
                  <a:lnTo>
                    <a:pt x="245778" y="446600"/>
                  </a:lnTo>
                  <a:lnTo>
                    <a:pt x="238481" y="447316"/>
                  </a:lnTo>
                  <a:lnTo>
                    <a:pt x="231168" y="447674"/>
                  </a:lnTo>
                  <a:lnTo>
                    <a:pt x="223837" y="447674"/>
                  </a:lnTo>
                  <a:lnTo>
                    <a:pt x="216507" y="447674"/>
                  </a:lnTo>
                  <a:lnTo>
                    <a:pt x="180168" y="443372"/>
                  </a:lnTo>
                  <a:lnTo>
                    <a:pt x="172977" y="441942"/>
                  </a:lnTo>
                  <a:lnTo>
                    <a:pt x="165874" y="440163"/>
                  </a:lnTo>
                  <a:lnTo>
                    <a:pt x="158860" y="438035"/>
                  </a:lnTo>
                  <a:lnTo>
                    <a:pt x="151844" y="435907"/>
                  </a:lnTo>
                  <a:lnTo>
                    <a:pt x="144949" y="433440"/>
                  </a:lnTo>
                  <a:lnTo>
                    <a:pt x="138176" y="430633"/>
                  </a:lnTo>
                  <a:lnTo>
                    <a:pt x="131403" y="427829"/>
                  </a:lnTo>
                  <a:lnTo>
                    <a:pt x="124785" y="424699"/>
                  </a:lnTo>
                  <a:lnTo>
                    <a:pt x="118320" y="421242"/>
                  </a:lnTo>
                  <a:lnTo>
                    <a:pt x="111855" y="417786"/>
                  </a:lnTo>
                  <a:lnTo>
                    <a:pt x="76169" y="392215"/>
                  </a:lnTo>
                  <a:lnTo>
                    <a:pt x="46157" y="360170"/>
                  </a:lnTo>
                  <a:lnTo>
                    <a:pt x="37722" y="348193"/>
                  </a:lnTo>
                  <a:lnTo>
                    <a:pt x="33649" y="342097"/>
                  </a:lnTo>
                  <a:lnTo>
                    <a:pt x="17037" y="309494"/>
                  </a:lnTo>
                  <a:lnTo>
                    <a:pt x="14232" y="302723"/>
                  </a:lnTo>
                  <a:lnTo>
                    <a:pt x="4299" y="267501"/>
                  </a:lnTo>
                  <a:lnTo>
                    <a:pt x="2869" y="260314"/>
                  </a:lnTo>
                  <a:lnTo>
                    <a:pt x="0" y="223837"/>
                  </a:lnTo>
                  <a:lnTo>
                    <a:pt x="1" y="216507"/>
                  </a:lnTo>
                  <a:lnTo>
                    <a:pt x="5731" y="172977"/>
                  </a:lnTo>
                  <a:lnTo>
                    <a:pt x="19842" y="131401"/>
                  </a:lnTo>
                  <a:lnTo>
                    <a:pt x="26430" y="118318"/>
                  </a:lnTo>
                  <a:lnTo>
                    <a:pt x="29885" y="111853"/>
                  </a:lnTo>
                  <a:lnTo>
                    <a:pt x="55460" y="76164"/>
                  </a:lnTo>
                  <a:lnTo>
                    <a:pt x="87502" y="46157"/>
                  </a:lnTo>
                  <a:lnTo>
                    <a:pt x="118320" y="26429"/>
                  </a:lnTo>
                  <a:lnTo>
                    <a:pt x="124785" y="22973"/>
                  </a:lnTo>
                  <a:lnTo>
                    <a:pt x="165874" y="7513"/>
                  </a:lnTo>
                  <a:lnTo>
                    <a:pt x="201898" y="1079"/>
                  </a:lnTo>
                  <a:lnTo>
                    <a:pt x="209194" y="360"/>
                  </a:lnTo>
                  <a:lnTo>
                    <a:pt x="216507" y="1"/>
                  </a:lnTo>
                  <a:lnTo>
                    <a:pt x="223837" y="0"/>
                  </a:lnTo>
                  <a:lnTo>
                    <a:pt x="231168" y="1"/>
                  </a:lnTo>
                  <a:lnTo>
                    <a:pt x="238480" y="360"/>
                  </a:lnTo>
                  <a:lnTo>
                    <a:pt x="245776" y="1079"/>
                  </a:lnTo>
                  <a:lnTo>
                    <a:pt x="253072" y="1797"/>
                  </a:lnTo>
                  <a:lnTo>
                    <a:pt x="295828" y="11769"/>
                  </a:lnTo>
                  <a:lnTo>
                    <a:pt x="329353" y="26430"/>
                  </a:lnTo>
                  <a:lnTo>
                    <a:pt x="335818" y="29884"/>
                  </a:lnTo>
                  <a:lnTo>
                    <a:pt x="371506" y="55457"/>
                  </a:lnTo>
                  <a:lnTo>
                    <a:pt x="382113" y="65556"/>
                  </a:lnTo>
                  <a:lnTo>
                    <a:pt x="387297" y="70740"/>
                  </a:lnTo>
                  <a:lnTo>
                    <a:pt x="414022" y="105572"/>
                  </a:lnTo>
                  <a:lnTo>
                    <a:pt x="421242" y="118318"/>
                  </a:lnTo>
                  <a:lnTo>
                    <a:pt x="424699" y="124783"/>
                  </a:lnTo>
                  <a:lnTo>
                    <a:pt x="427829" y="131401"/>
                  </a:lnTo>
                  <a:lnTo>
                    <a:pt x="430634" y="138175"/>
                  </a:lnTo>
                  <a:lnTo>
                    <a:pt x="433439" y="144949"/>
                  </a:lnTo>
                  <a:lnTo>
                    <a:pt x="443372" y="180165"/>
                  </a:lnTo>
                  <a:lnTo>
                    <a:pt x="444804" y="187358"/>
                  </a:lnTo>
                  <a:lnTo>
                    <a:pt x="445878" y="194602"/>
                  </a:lnTo>
                  <a:lnTo>
                    <a:pt x="446598" y="201899"/>
                  </a:lnTo>
                  <a:lnTo>
                    <a:pt x="447315" y="209193"/>
                  </a:lnTo>
                  <a:lnTo>
                    <a:pt x="447674" y="216507"/>
                  </a:lnTo>
                  <a:lnTo>
                    <a:pt x="447674" y="223837"/>
                  </a:lnTo>
                  <a:close/>
                </a:path>
              </a:pathLst>
            </a:custGeom>
            <a:ln w="9524">
              <a:solidFill>
                <a:srgbClr val="E2B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434092" y="6854825"/>
            <a:ext cx="4493895" cy="163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2E3192"/>
                </a:solidFill>
                <a:latin typeface="Consolas"/>
                <a:cs typeface="Consolas"/>
              </a:rPr>
              <a:t>03</a:t>
            </a:r>
            <a:endParaRPr sz="950">
              <a:latin typeface="Consolas"/>
              <a:cs typeface="Consolas"/>
            </a:endParaRPr>
          </a:p>
          <a:p>
            <a:pPr marL="1524635" marR="1517015" algn="ctr">
              <a:lnSpc>
                <a:spcPts val="2400"/>
              </a:lnSpc>
              <a:spcBef>
                <a:spcPts val="365"/>
              </a:spcBef>
            </a:pPr>
            <a:r>
              <a:rPr sz="2250" b="1" dirty="0">
                <a:solidFill>
                  <a:srgbClr val="221712"/>
                </a:solidFill>
                <a:latin typeface="Georgia"/>
                <a:cs typeface="Georgia"/>
              </a:rPr>
              <a:t>Plano B</a:t>
            </a:r>
            <a:r>
              <a:rPr sz="2250" b="1" spc="-25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r>
              <a:rPr sz="2250" b="1" spc="-10" dirty="0">
                <a:solidFill>
                  <a:srgbClr val="221712"/>
                </a:solidFill>
                <a:latin typeface="Georgia"/>
                <a:cs typeface="Georgia"/>
              </a:rPr>
              <a:t/>
            </a:r>
            <a:endParaRPr sz="2250">
              <a:latin typeface="Georgia"/>
              <a:cs typeface="Georgia"/>
            </a:endParaRPr>
          </a:p>
          <a:p>
            <a:pPr marL="885825" marR="5080" indent="-873760">
              <a:lnSpc>
                <a:spcPct val="113599"/>
              </a:lnSpc>
              <a:spcBef>
                <a:spcPts val="1875"/>
              </a:spcBef>
            </a:pP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>Bench em estação pessoal. Scripts reproduzíveis em ~3 horas.</a:t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6C605A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1712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221712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6C605A"/>
                </a:solidFill>
                <a:latin typeface="Consolas"/>
                <a:cs typeface="Consolas"/>
              </a:rPr>
              <a:t>15 / 17</a:t>
            </a:r>
            <a:r>
              <a:rPr sz="950" b="1" spc="229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6C605A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8365579" y="2711450"/>
            <a:ext cx="15398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14" dirty="0">
                <a:solidFill>
                  <a:srgbClr val="D7806B"/>
                </a:solidFill>
                <a:latin typeface="Consolas"/>
                <a:cs typeface="Consolas"/>
              </a:rPr>
              <a:t>PRÓXIMOS PASSOS</a:t>
            </a:r>
            <a:r>
              <a:rPr sz="1100" b="1" spc="295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r>
              <a:rPr sz="1100" b="1" spc="130" dirty="0">
                <a:solidFill>
                  <a:srgbClr val="D7806B"/>
                </a:solidFill>
                <a:latin typeface="Consolas"/>
                <a:cs typeface="Consolas"/>
              </a:rPr>
              <a:t/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5812" y="3082925"/>
            <a:ext cx="4016375" cy="15036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algn="ctr">
              <a:lnSpc>
                <a:spcPts val="3750"/>
              </a:lnSpc>
              <a:spcBef>
                <a:spcPts val="550"/>
              </a:spcBef>
            </a:pP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>Quatro frentes em paralelo.</a:t>
            </a:r>
            <a:r>
              <a:rPr sz="3450" b="1" spc="-4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4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2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135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5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5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r>
              <a:rPr sz="3450" b="1" spc="-10" dirty="0">
                <a:solidFill>
                  <a:srgbClr val="FFFAF6"/>
                </a:solidFill>
                <a:latin typeface="Georgia"/>
                <a:cs typeface="Georgia"/>
              </a:rPr>
              <a:t/>
            </a:r>
            <a:endParaRPr sz="34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499" y="5133970"/>
            <a:ext cx="3943350" cy="9525"/>
          </a:xfrm>
          <a:custGeom>
            <a:avLst/>
            <a:gdLst/>
            <a:ahLst/>
            <a:cxnLst/>
            <a:rect l="l" t="t" r="r" b="b"/>
            <a:pathLst>
              <a:path w="3943350" h="9525">
                <a:moveTo>
                  <a:pt x="3943349" y="9524"/>
                </a:moveTo>
                <a:lnTo>
                  <a:pt x="0" y="9524"/>
                </a:lnTo>
                <a:lnTo>
                  <a:pt x="0" y="0"/>
                </a:lnTo>
                <a:lnTo>
                  <a:pt x="3943349" y="0"/>
                </a:lnTo>
                <a:lnTo>
                  <a:pt x="3943349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9800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01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800" y="5536131"/>
            <a:ext cx="3607435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Liberar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Chamado TI: huggingface.co + api.openai.com.</a:t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5399" y="5133970"/>
            <a:ext cx="3933825" cy="9525"/>
          </a:xfrm>
          <a:custGeom>
            <a:avLst/>
            <a:gdLst/>
            <a:ahLst/>
            <a:cxnLst/>
            <a:rect l="l" t="t" r="r" b="b"/>
            <a:pathLst>
              <a:path w="3933825" h="9525">
                <a:moveTo>
                  <a:pt x="3933824" y="9524"/>
                </a:moveTo>
                <a:lnTo>
                  <a:pt x="0" y="9524"/>
                </a:lnTo>
                <a:lnTo>
                  <a:pt x="0" y="0"/>
                </a:lnTo>
                <a:lnTo>
                  <a:pt x="3933824" y="0"/>
                </a:lnTo>
                <a:lnTo>
                  <a:pt x="3933824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87937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02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7937" y="5536131"/>
            <a:ext cx="3507740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Rodar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prepare.py + run-queries + score.py com chave OpenAI.</a:t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2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48774" y="5133970"/>
            <a:ext cx="3943350" cy="9525"/>
          </a:xfrm>
          <a:custGeom>
            <a:avLst/>
            <a:gdLst/>
            <a:ahLst/>
            <a:cxnLst/>
            <a:rect l="l" t="t" r="r" b="b"/>
            <a:pathLst>
              <a:path w="3943350" h="9525">
                <a:moveTo>
                  <a:pt x="3943349" y="9524"/>
                </a:moveTo>
                <a:lnTo>
                  <a:pt x="0" y="9524"/>
                </a:lnTo>
                <a:lnTo>
                  <a:pt x="0" y="0"/>
                </a:lnTo>
                <a:lnTo>
                  <a:pt x="3943349" y="0"/>
                </a:lnTo>
                <a:lnTo>
                  <a:pt x="3943349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236075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03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6075" y="5536131"/>
            <a:ext cx="2970530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Decidir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spc="-20" dirty="0">
                <a:solidFill>
                  <a:srgbClr val="FEFBF8"/>
                </a:solidFill>
                <a:latin typeface="Segoe UI"/>
                <a:cs typeface="Segoe UI"/>
              </a:rPr>
              <a:t>Destino do fine_tuned_report_model.</a:t>
            </a:r>
            <a:r>
              <a:rPr sz="1650" spc="-6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401673" y="5133970"/>
            <a:ext cx="3933825" cy="9525"/>
          </a:xfrm>
          <a:custGeom>
            <a:avLst/>
            <a:gdLst/>
            <a:ahLst/>
            <a:cxnLst/>
            <a:rect l="l" t="t" r="r" b="b"/>
            <a:pathLst>
              <a:path w="3933825" h="9525">
                <a:moveTo>
                  <a:pt x="3933824" y="9524"/>
                </a:moveTo>
                <a:lnTo>
                  <a:pt x="0" y="9524"/>
                </a:lnTo>
                <a:lnTo>
                  <a:pt x="0" y="0"/>
                </a:lnTo>
                <a:lnTo>
                  <a:pt x="3933824" y="0"/>
                </a:lnTo>
                <a:lnTo>
                  <a:pt x="3933824" y="9524"/>
                </a:lnTo>
                <a:close/>
              </a:path>
            </a:pathLst>
          </a:custGeom>
          <a:solidFill>
            <a:srgbClr val="FFFAF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384212" y="5426074"/>
            <a:ext cx="1739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30" dirty="0">
                <a:solidFill>
                  <a:srgbClr val="DE957C"/>
                </a:solidFill>
                <a:latin typeface="Consolas"/>
                <a:cs typeface="Consolas"/>
              </a:rPr>
              <a:t>04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84212" y="5536131"/>
            <a:ext cx="3214370" cy="123380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300" b="1" spc="-10" dirty="0">
                <a:solidFill>
                  <a:srgbClr val="FFFAF6"/>
                </a:solidFill>
                <a:latin typeface="Georgia"/>
                <a:cs typeface="Georgia"/>
              </a:rPr>
              <a:t>Implantar</a:t>
            </a:r>
            <a:endParaRPr sz="2300">
              <a:latin typeface="Georgia"/>
              <a:cs typeface="Georgia"/>
            </a:endParaRPr>
          </a:p>
          <a:p>
            <a:pPr marL="12700" marR="5080">
              <a:lnSpc>
                <a:spcPct val="113599"/>
              </a:lnSpc>
              <a:spcBef>
                <a:spcPts val="775"/>
              </a:spcBef>
            </a:pP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>Pipeline de ingestão sobre o Postgres existente.</a:t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45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5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r>
              <a:rPr sz="1650" spc="-10" dirty="0">
                <a:solidFill>
                  <a:srgbClr val="FEFBF8"/>
                </a:solidFill>
                <a:latin typeface="Segoe UI"/>
                <a:cs typeface="Segoe UI"/>
              </a:rPr>
              <a:t/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6750" y="495324"/>
            <a:ext cx="552450" cy="533400"/>
          </a:xfrm>
          <a:custGeom>
            <a:avLst/>
            <a:gdLst/>
            <a:ahLst/>
            <a:cxnLst/>
            <a:rect l="l" t="t" r="r" b="b"/>
            <a:pathLst>
              <a:path w="552450" h="533400">
                <a:moveTo>
                  <a:pt x="122948" y="197192"/>
                </a:moveTo>
                <a:lnTo>
                  <a:pt x="122936" y="183692"/>
                </a:lnTo>
                <a:lnTo>
                  <a:pt x="122923" y="145529"/>
                </a:lnTo>
                <a:lnTo>
                  <a:pt x="66687" y="145529"/>
                </a:lnTo>
                <a:lnTo>
                  <a:pt x="66636" y="145808"/>
                </a:lnTo>
                <a:lnTo>
                  <a:pt x="66586" y="146088"/>
                </a:lnTo>
                <a:lnTo>
                  <a:pt x="66560" y="146367"/>
                </a:lnTo>
                <a:lnTo>
                  <a:pt x="66586" y="158800"/>
                </a:lnTo>
                <a:lnTo>
                  <a:pt x="66586" y="171221"/>
                </a:lnTo>
                <a:lnTo>
                  <a:pt x="66586" y="183654"/>
                </a:lnTo>
                <a:lnTo>
                  <a:pt x="66560" y="197472"/>
                </a:lnTo>
                <a:lnTo>
                  <a:pt x="67144" y="197650"/>
                </a:lnTo>
                <a:lnTo>
                  <a:pt x="81508" y="197624"/>
                </a:lnTo>
                <a:lnTo>
                  <a:pt x="94742" y="197624"/>
                </a:lnTo>
                <a:lnTo>
                  <a:pt x="107975" y="197624"/>
                </a:lnTo>
                <a:lnTo>
                  <a:pt x="122618" y="197650"/>
                </a:lnTo>
                <a:lnTo>
                  <a:pt x="122948" y="197192"/>
                </a:lnTo>
                <a:close/>
              </a:path>
              <a:path w="552450" h="533400">
                <a:moveTo>
                  <a:pt x="123532" y="344055"/>
                </a:moveTo>
                <a:lnTo>
                  <a:pt x="123520" y="221259"/>
                </a:lnTo>
                <a:lnTo>
                  <a:pt x="123431" y="219989"/>
                </a:lnTo>
                <a:lnTo>
                  <a:pt x="67271" y="219989"/>
                </a:lnTo>
                <a:lnTo>
                  <a:pt x="67271" y="221259"/>
                </a:lnTo>
                <a:lnTo>
                  <a:pt x="67271" y="344055"/>
                </a:lnTo>
                <a:lnTo>
                  <a:pt x="67271" y="386270"/>
                </a:lnTo>
                <a:lnTo>
                  <a:pt x="123532" y="386270"/>
                </a:lnTo>
                <a:lnTo>
                  <a:pt x="123532" y="344055"/>
                </a:lnTo>
                <a:close/>
              </a:path>
              <a:path w="552450" h="533400">
                <a:moveTo>
                  <a:pt x="480593" y="183438"/>
                </a:moveTo>
                <a:lnTo>
                  <a:pt x="450062" y="150075"/>
                </a:lnTo>
                <a:lnTo>
                  <a:pt x="437489" y="145567"/>
                </a:lnTo>
                <a:lnTo>
                  <a:pt x="430809" y="145567"/>
                </a:lnTo>
                <a:lnTo>
                  <a:pt x="404495" y="145503"/>
                </a:lnTo>
                <a:lnTo>
                  <a:pt x="378167" y="145478"/>
                </a:lnTo>
                <a:lnTo>
                  <a:pt x="325513" y="145440"/>
                </a:lnTo>
                <a:lnTo>
                  <a:pt x="321614" y="145364"/>
                </a:lnTo>
                <a:lnTo>
                  <a:pt x="287820" y="165519"/>
                </a:lnTo>
                <a:lnTo>
                  <a:pt x="278726" y="187248"/>
                </a:lnTo>
                <a:lnTo>
                  <a:pt x="278726" y="297878"/>
                </a:lnTo>
                <a:lnTo>
                  <a:pt x="278663" y="298615"/>
                </a:lnTo>
                <a:lnTo>
                  <a:pt x="278625" y="299364"/>
                </a:lnTo>
                <a:lnTo>
                  <a:pt x="278307" y="299364"/>
                </a:lnTo>
                <a:lnTo>
                  <a:pt x="276961" y="297053"/>
                </a:lnTo>
                <a:lnTo>
                  <a:pt x="275704" y="294678"/>
                </a:lnTo>
                <a:lnTo>
                  <a:pt x="274256" y="292417"/>
                </a:lnTo>
                <a:lnTo>
                  <a:pt x="247827" y="264109"/>
                </a:lnTo>
                <a:lnTo>
                  <a:pt x="210273" y="234708"/>
                </a:lnTo>
                <a:lnTo>
                  <a:pt x="203962" y="229806"/>
                </a:lnTo>
                <a:lnTo>
                  <a:pt x="199237" y="226009"/>
                </a:lnTo>
                <a:lnTo>
                  <a:pt x="194716" y="221970"/>
                </a:lnTo>
                <a:lnTo>
                  <a:pt x="190423" y="217665"/>
                </a:lnTo>
                <a:lnTo>
                  <a:pt x="187388" y="214668"/>
                </a:lnTo>
                <a:lnTo>
                  <a:pt x="186080" y="210832"/>
                </a:lnTo>
                <a:lnTo>
                  <a:pt x="187680" y="206489"/>
                </a:lnTo>
                <a:lnTo>
                  <a:pt x="189357" y="201904"/>
                </a:lnTo>
                <a:lnTo>
                  <a:pt x="194170" y="198640"/>
                </a:lnTo>
                <a:lnTo>
                  <a:pt x="199059" y="198640"/>
                </a:lnTo>
                <a:lnTo>
                  <a:pt x="224104" y="198602"/>
                </a:lnTo>
                <a:lnTo>
                  <a:pt x="236626" y="198628"/>
                </a:lnTo>
                <a:lnTo>
                  <a:pt x="249148" y="198755"/>
                </a:lnTo>
                <a:lnTo>
                  <a:pt x="252907" y="198805"/>
                </a:lnTo>
                <a:lnTo>
                  <a:pt x="254647" y="197726"/>
                </a:lnTo>
                <a:lnTo>
                  <a:pt x="256209" y="194221"/>
                </a:lnTo>
                <a:lnTo>
                  <a:pt x="261188" y="183197"/>
                </a:lnTo>
                <a:lnTo>
                  <a:pt x="266255" y="172212"/>
                </a:lnTo>
                <a:lnTo>
                  <a:pt x="276491" y="150279"/>
                </a:lnTo>
                <a:lnTo>
                  <a:pt x="277164" y="148805"/>
                </a:lnTo>
                <a:lnTo>
                  <a:pt x="277837" y="147281"/>
                </a:lnTo>
                <a:lnTo>
                  <a:pt x="278625" y="145542"/>
                </a:lnTo>
                <a:lnTo>
                  <a:pt x="241503" y="145503"/>
                </a:lnTo>
                <a:lnTo>
                  <a:pt x="202260" y="145491"/>
                </a:lnTo>
                <a:lnTo>
                  <a:pt x="197904" y="145453"/>
                </a:lnTo>
                <a:lnTo>
                  <a:pt x="193636" y="145834"/>
                </a:lnTo>
                <a:lnTo>
                  <a:pt x="153873" y="168503"/>
                </a:lnTo>
                <a:lnTo>
                  <a:pt x="138112" y="204647"/>
                </a:lnTo>
                <a:lnTo>
                  <a:pt x="137452" y="215163"/>
                </a:lnTo>
                <a:lnTo>
                  <a:pt x="138480" y="225907"/>
                </a:lnTo>
                <a:lnTo>
                  <a:pt x="162344" y="263474"/>
                </a:lnTo>
                <a:lnTo>
                  <a:pt x="195173" y="291058"/>
                </a:lnTo>
                <a:lnTo>
                  <a:pt x="217906" y="308648"/>
                </a:lnTo>
                <a:lnTo>
                  <a:pt x="225132" y="316661"/>
                </a:lnTo>
                <a:lnTo>
                  <a:pt x="228269" y="320776"/>
                </a:lnTo>
                <a:lnTo>
                  <a:pt x="230314" y="330123"/>
                </a:lnTo>
                <a:lnTo>
                  <a:pt x="228612" y="333400"/>
                </a:lnTo>
                <a:lnTo>
                  <a:pt x="224751" y="334606"/>
                </a:lnTo>
                <a:lnTo>
                  <a:pt x="223113" y="335089"/>
                </a:lnTo>
                <a:lnTo>
                  <a:pt x="221437" y="335318"/>
                </a:lnTo>
                <a:lnTo>
                  <a:pt x="219722" y="335292"/>
                </a:lnTo>
                <a:lnTo>
                  <a:pt x="127330" y="335292"/>
                </a:lnTo>
                <a:lnTo>
                  <a:pt x="165176" y="367677"/>
                </a:lnTo>
                <a:lnTo>
                  <a:pt x="184759" y="384225"/>
                </a:lnTo>
                <a:lnTo>
                  <a:pt x="186118" y="385724"/>
                </a:lnTo>
                <a:lnTo>
                  <a:pt x="187769" y="386397"/>
                </a:lnTo>
                <a:lnTo>
                  <a:pt x="193929" y="388810"/>
                </a:lnTo>
                <a:lnTo>
                  <a:pt x="200304" y="390296"/>
                </a:lnTo>
                <a:lnTo>
                  <a:pt x="206883" y="390867"/>
                </a:lnTo>
                <a:lnTo>
                  <a:pt x="213563" y="391528"/>
                </a:lnTo>
                <a:lnTo>
                  <a:pt x="255003" y="377659"/>
                </a:lnTo>
                <a:lnTo>
                  <a:pt x="277266" y="346849"/>
                </a:lnTo>
                <a:lnTo>
                  <a:pt x="278917" y="342950"/>
                </a:lnTo>
                <a:lnTo>
                  <a:pt x="279374" y="344424"/>
                </a:lnTo>
                <a:lnTo>
                  <a:pt x="279755" y="345871"/>
                </a:lnTo>
                <a:lnTo>
                  <a:pt x="280289" y="347294"/>
                </a:lnTo>
                <a:lnTo>
                  <a:pt x="282486" y="353326"/>
                </a:lnTo>
                <a:lnTo>
                  <a:pt x="285877" y="358635"/>
                </a:lnTo>
                <a:lnTo>
                  <a:pt x="289775" y="363664"/>
                </a:lnTo>
                <a:lnTo>
                  <a:pt x="294716" y="370103"/>
                </a:lnTo>
                <a:lnTo>
                  <a:pt x="300532" y="375615"/>
                </a:lnTo>
                <a:lnTo>
                  <a:pt x="307200" y="380174"/>
                </a:lnTo>
                <a:lnTo>
                  <a:pt x="312813" y="383997"/>
                </a:lnTo>
                <a:lnTo>
                  <a:pt x="318833" y="386867"/>
                </a:lnTo>
                <a:lnTo>
                  <a:pt x="394296" y="386867"/>
                </a:lnTo>
                <a:lnTo>
                  <a:pt x="394195" y="386410"/>
                </a:lnTo>
                <a:lnTo>
                  <a:pt x="393966" y="386029"/>
                </a:lnTo>
                <a:lnTo>
                  <a:pt x="393598" y="385749"/>
                </a:lnTo>
                <a:lnTo>
                  <a:pt x="357047" y="355981"/>
                </a:lnTo>
                <a:lnTo>
                  <a:pt x="345846" y="346824"/>
                </a:lnTo>
                <a:lnTo>
                  <a:pt x="340233" y="342277"/>
                </a:lnTo>
                <a:lnTo>
                  <a:pt x="334594" y="337769"/>
                </a:lnTo>
                <a:lnTo>
                  <a:pt x="332778" y="336321"/>
                </a:lnTo>
                <a:lnTo>
                  <a:pt x="331952" y="334924"/>
                </a:lnTo>
                <a:lnTo>
                  <a:pt x="332016" y="303568"/>
                </a:lnTo>
                <a:lnTo>
                  <a:pt x="332041" y="245719"/>
                </a:lnTo>
                <a:lnTo>
                  <a:pt x="332066" y="216789"/>
                </a:lnTo>
                <a:lnTo>
                  <a:pt x="339229" y="198234"/>
                </a:lnTo>
                <a:lnTo>
                  <a:pt x="346557" y="198285"/>
                </a:lnTo>
                <a:lnTo>
                  <a:pt x="363232" y="198348"/>
                </a:lnTo>
                <a:lnTo>
                  <a:pt x="379895" y="198361"/>
                </a:lnTo>
                <a:lnTo>
                  <a:pt x="415696" y="198348"/>
                </a:lnTo>
                <a:lnTo>
                  <a:pt x="417995" y="198970"/>
                </a:lnTo>
                <a:lnTo>
                  <a:pt x="420128" y="200215"/>
                </a:lnTo>
                <a:lnTo>
                  <a:pt x="424865" y="202933"/>
                </a:lnTo>
                <a:lnTo>
                  <a:pt x="427240" y="207098"/>
                </a:lnTo>
                <a:lnTo>
                  <a:pt x="427253" y="263131"/>
                </a:lnTo>
                <a:lnTo>
                  <a:pt x="427240" y="317906"/>
                </a:lnTo>
                <a:lnTo>
                  <a:pt x="427253" y="322211"/>
                </a:lnTo>
                <a:lnTo>
                  <a:pt x="426872" y="326453"/>
                </a:lnTo>
                <a:lnTo>
                  <a:pt x="426567" y="329133"/>
                </a:lnTo>
                <a:lnTo>
                  <a:pt x="425932" y="331724"/>
                </a:lnTo>
                <a:lnTo>
                  <a:pt x="424954" y="334225"/>
                </a:lnTo>
                <a:lnTo>
                  <a:pt x="424192" y="336232"/>
                </a:lnTo>
                <a:lnTo>
                  <a:pt x="416852" y="333286"/>
                </a:lnTo>
                <a:lnTo>
                  <a:pt x="370776" y="297510"/>
                </a:lnTo>
                <a:lnTo>
                  <a:pt x="367487" y="295008"/>
                </a:lnTo>
                <a:lnTo>
                  <a:pt x="337883" y="331393"/>
                </a:lnTo>
                <a:lnTo>
                  <a:pt x="338416" y="331838"/>
                </a:lnTo>
                <a:lnTo>
                  <a:pt x="338836" y="332206"/>
                </a:lnTo>
                <a:lnTo>
                  <a:pt x="361061" y="349427"/>
                </a:lnTo>
                <a:lnTo>
                  <a:pt x="372745" y="358521"/>
                </a:lnTo>
                <a:lnTo>
                  <a:pt x="384429" y="367614"/>
                </a:lnTo>
                <a:lnTo>
                  <a:pt x="416941" y="386892"/>
                </a:lnTo>
                <a:lnTo>
                  <a:pt x="427634" y="386702"/>
                </a:lnTo>
                <a:lnTo>
                  <a:pt x="435102" y="386842"/>
                </a:lnTo>
                <a:lnTo>
                  <a:pt x="471982" y="368998"/>
                </a:lnTo>
                <a:lnTo>
                  <a:pt x="480555" y="303669"/>
                </a:lnTo>
                <a:lnTo>
                  <a:pt x="480580" y="265252"/>
                </a:lnTo>
                <a:lnTo>
                  <a:pt x="480568" y="226834"/>
                </a:lnTo>
                <a:lnTo>
                  <a:pt x="480593" y="183438"/>
                </a:lnTo>
                <a:close/>
              </a:path>
              <a:path w="552450" h="533400">
                <a:moveTo>
                  <a:pt x="552348" y="260350"/>
                </a:moveTo>
                <a:lnTo>
                  <a:pt x="551992" y="234950"/>
                </a:lnTo>
                <a:lnTo>
                  <a:pt x="551865" y="229870"/>
                </a:lnTo>
                <a:lnTo>
                  <a:pt x="551751" y="224790"/>
                </a:lnTo>
                <a:lnTo>
                  <a:pt x="551688" y="222250"/>
                </a:lnTo>
                <a:lnTo>
                  <a:pt x="551383" y="209550"/>
                </a:lnTo>
                <a:lnTo>
                  <a:pt x="551294" y="207010"/>
                </a:lnTo>
                <a:lnTo>
                  <a:pt x="551218" y="203200"/>
                </a:lnTo>
                <a:lnTo>
                  <a:pt x="549529" y="166370"/>
                </a:lnTo>
                <a:lnTo>
                  <a:pt x="548386" y="148590"/>
                </a:lnTo>
                <a:lnTo>
                  <a:pt x="547306" y="137160"/>
                </a:lnTo>
                <a:lnTo>
                  <a:pt x="546900" y="130810"/>
                </a:lnTo>
                <a:lnTo>
                  <a:pt x="531622" y="90170"/>
                </a:lnTo>
                <a:lnTo>
                  <a:pt x="525653" y="82588"/>
                </a:lnTo>
                <a:lnTo>
                  <a:pt x="525653" y="214630"/>
                </a:lnTo>
                <a:lnTo>
                  <a:pt x="525538" y="327660"/>
                </a:lnTo>
                <a:lnTo>
                  <a:pt x="525411" y="331470"/>
                </a:lnTo>
                <a:lnTo>
                  <a:pt x="525335" y="334010"/>
                </a:lnTo>
                <a:lnTo>
                  <a:pt x="524929" y="346710"/>
                </a:lnTo>
                <a:lnTo>
                  <a:pt x="524827" y="349250"/>
                </a:lnTo>
                <a:lnTo>
                  <a:pt x="524776" y="350520"/>
                </a:lnTo>
                <a:lnTo>
                  <a:pt x="524510" y="356870"/>
                </a:lnTo>
                <a:lnTo>
                  <a:pt x="519823" y="400050"/>
                </a:lnTo>
                <a:lnTo>
                  <a:pt x="500481" y="435610"/>
                </a:lnTo>
                <a:lnTo>
                  <a:pt x="463130" y="463550"/>
                </a:lnTo>
                <a:lnTo>
                  <a:pt x="452526" y="468630"/>
                </a:lnTo>
                <a:lnTo>
                  <a:pt x="441718" y="474980"/>
                </a:lnTo>
                <a:lnTo>
                  <a:pt x="430707" y="478790"/>
                </a:lnTo>
                <a:lnTo>
                  <a:pt x="419506" y="483870"/>
                </a:lnTo>
                <a:lnTo>
                  <a:pt x="408774" y="487680"/>
                </a:lnTo>
                <a:lnTo>
                  <a:pt x="397954" y="490220"/>
                </a:lnTo>
                <a:lnTo>
                  <a:pt x="387007" y="494030"/>
                </a:lnTo>
                <a:lnTo>
                  <a:pt x="375958" y="496570"/>
                </a:lnTo>
                <a:lnTo>
                  <a:pt x="341655" y="502920"/>
                </a:lnTo>
                <a:lnTo>
                  <a:pt x="334606" y="502920"/>
                </a:lnTo>
                <a:lnTo>
                  <a:pt x="327583" y="504190"/>
                </a:lnTo>
                <a:lnTo>
                  <a:pt x="316623" y="505460"/>
                </a:lnTo>
                <a:lnTo>
                  <a:pt x="255600" y="505460"/>
                </a:lnTo>
                <a:lnTo>
                  <a:pt x="248805" y="504190"/>
                </a:lnTo>
                <a:lnTo>
                  <a:pt x="242011" y="504190"/>
                </a:lnTo>
                <a:lnTo>
                  <a:pt x="227660" y="502920"/>
                </a:lnTo>
                <a:lnTo>
                  <a:pt x="220052" y="501650"/>
                </a:lnTo>
                <a:lnTo>
                  <a:pt x="203339" y="499110"/>
                </a:lnTo>
                <a:lnTo>
                  <a:pt x="194144" y="497840"/>
                </a:lnTo>
                <a:lnTo>
                  <a:pt x="184950" y="495300"/>
                </a:lnTo>
                <a:lnTo>
                  <a:pt x="175793" y="494030"/>
                </a:lnTo>
                <a:lnTo>
                  <a:pt x="164045" y="491490"/>
                </a:lnTo>
                <a:lnTo>
                  <a:pt x="152387" y="487680"/>
                </a:lnTo>
                <a:lnTo>
                  <a:pt x="140843" y="485140"/>
                </a:lnTo>
                <a:lnTo>
                  <a:pt x="129387" y="481330"/>
                </a:lnTo>
                <a:lnTo>
                  <a:pt x="117944" y="476250"/>
                </a:lnTo>
                <a:lnTo>
                  <a:pt x="106718" y="472440"/>
                </a:lnTo>
                <a:lnTo>
                  <a:pt x="70916" y="450850"/>
                </a:lnTo>
                <a:lnTo>
                  <a:pt x="43624" y="420370"/>
                </a:lnTo>
                <a:lnTo>
                  <a:pt x="31584" y="373380"/>
                </a:lnTo>
                <a:lnTo>
                  <a:pt x="30924" y="367030"/>
                </a:lnTo>
                <a:lnTo>
                  <a:pt x="30010" y="355600"/>
                </a:lnTo>
                <a:lnTo>
                  <a:pt x="29629" y="349250"/>
                </a:lnTo>
                <a:lnTo>
                  <a:pt x="28613" y="334010"/>
                </a:lnTo>
                <a:lnTo>
                  <a:pt x="26695" y="290830"/>
                </a:lnTo>
                <a:lnTo>
                  <a:pt x="26479" y="229870"/>
                </a:lnTo>
                <a:lnTo>
                  <a:pt x="27025" y="214630"/>
                </a:lnTo>
                <a:lnTo>
                  <a:pt x="27381" y="205740"/>
                </a:lnTo>
                <a:lnTo>
                  <a:pt x="27470" y="204470"/>
                </a:lnTo>
                <a:lnTo>
                  <a:pt x="27559" y="203200"/>
                </a:lnTo>
                <a:lnTo>
                  <a:pt x="28994" y="182880"/>
                </a:lnTo>
                <a:lnTo>
                  <a:pt x="29629" y="175260"/>
                </a:lnTo>
                <a:lnTo>
                  <a:pt x="29756" y="173990"/>
                </a:lnTo>
                <a:lnTo>
                  <a:pt x="30391" y="167640"/>
                </a:lnTo>
                <a:lnTo>
                  <a:pt x="31546" y="158750"/>
                </a:lnTo>
                <a:lnTo>
                  <a:pt x="32791" y="148590"/>
                </a:lnTo>
                <a:lnTo>
                  <a:pt x="34112" y="139700"/>
                </a:lnTo>
                <a:lnTo>
                  <a:pt x="47066" y="100330"/>
                </a:lnTo>
                <a:lnTo>
                  <a:pt x="60299" y="86360"/>
                </a:lnTo>
                <a:lnTo>
                  <a:pt x="67284" y="80010"/>
                </a:lnTo>
                <a:lnTo>
                  <a:pt x="105943" y="58420"/>
                </a:lnTo>
                <a:lnTo>
                  <a:pt x="164934" y="38100"/>
                </a:lnTo>
                <a:lnTo>
                  <a:pt x="173329" y="36830"/>
                </a:lnTo>
                <a:lnTo>
                  <a:pt x="181787" y="34290"/>
                </a:lnTo>
                <a:lnTo>
                  <a:pt x="198755" y="31750"/>
                </a:lnTo>
                <a:lnTo>
                  <a:pt x="212191" y="29210"/>
                </a:lnTo>
                <a:lnTo>
                  <a:pt x="218935" y="29210"/>
                </a:lnTo>
                <a:lnTo>
                  <a:pt x="232689" y="26670"/>
                </a:lnTo>
                <a:lnTo>
                  <a:pt x="239687" y="26670"/>
                </a:lnTo>
                <a:lnTo>
                  <a:pt x="253720" y="25400"/>
                </a:lnTo>
                <a:lnTo>
                  <a:pt x="264337" y="24130"/>
                </a:lnTo>
                <a:lnTo>
                  <a:pt x="285584" y="24130"/>
                </a:lnTo>
                <a:lnTo>
                  <a:pt x="296214" y="25400"/>
                </a:lnTo>
                <a:lnTo>
                  <a:pt x="309359" y="25400"/>
                </a:lnTo>
                <a:lnTo>
                  <a:pt x="315925" y="26670"/>
                </a:lnTo>
                <a:lnTo>
                  <a:pt x="322491" y="26670"/>
                </a:lnTo>
                <a:lnTo>
                  <a:pt x="344030" y="29210"/>
                </a:lnTo>
                <a:lnTo>
                  <a:pt x="354736" y="31750"/>
                </a:lnTo>
                <a:lnTo>
                  <a:pt x="365417" y="33020"/>
                </a:lnTo>
                <a:lnTo>
                  <a:pt x="379183" y="35560"/>
                </a:lnTo>
                <a:lnTo>
                  <a:pt x="406387" y="43180"/>
                </a:lnTo>
                <a:lnTo>
                  <a:pt x="419798" y="48260"/>
                </a:lnTo>
                <a:lnTo>
                  <a:pt x="451815" y="59690"/>
                </a:lnTo>
                <a:lnTo>
                  <a:pt x="491159" y="85090"/>
                </a:lnTo>
                <a:lnTo>
                  <a:pt x="516623" y="120650"/>
                </a:lnTo>
                <a:lnTo>
                  <a:pt x="522528" y="148590"/>
                </a:lnTo>
                <a:lnTo>
                  <a:pt x="522592" y="149860"/>
                </a:lnTo>
                <a:lnTo>
                  <a:pt x="522986" y="156210"/>
                </a:lnTo>
                <a:lnTo>
                  <a:pt x="523557" y="162560"/>
                </a:lnTo>
                <a:lnTo>
                  <a:pt x="524281" y="173990"/>
                </a:lnTo>
                <a:lnTo>
                  <a:pt x="524395" y="176530"/>
                </a:lnTo>
                <a:lnTo>
                  <a:pt x="524522" y="179070"/>
                </a:lnTo>
                <a:lnTo>
                  <a:pt x="524649" y="182880"/>
                </a:lnTo>
                <a:lnTo>
                  <a:pt x="525513" y="209550"/>
                </a:lnTo>
                <a:lnTo>
                  <a:pt x="525653" y="214630"/>
                </a:lnTo>
                <a:lnTo>
                  <a:pt x="525653" y="82588"/>
                </a:lnTo>
                <a:lnTo>
                  <a:pt x="497395" y="54610"/>
                </a:lnTo>
                <a:lnTo>
                  <a:pt x="459701" y="35560"/>
                </a:lnTo>
                <a:lnTo>
                  <a:pt x="451599" y="31750"/>
                </a:lnTo>
                <a:lnTo>
                  <a:pt x="439458" y="27940"/>
                </a:lnTo>
                <a:lnTo>
                  <a:pt x="430263" y="24130"/>
                </a:lnTo>
                <a:lnTo>
                  <a:pt x="427202" y="22860"/>
                </a:lnTo>
                <a:lnTo>
                  <a:pt x="402336" y="15240"/>
                </a:lnTo>
                <a:lnTo>
                  <a:pt x="388023" y="12700"/>
                </a:lnTo>
                <a:lnTo>
                  <a:pt x="373608" y="8890"/>
                </a:lnTo>
                <a:lnTo>
                  <a:pt x="344500" y="3810"/>
                </a:lnTo>
                <a:lnTo>
                  <a:pt x="338086" y="3810"/>
                </a:lnTo>
                <a:lnTo>
                  <a:pt x="325259" y="1270"/>
                </a:lnTo>
                <a:lnTo>
                  <a:pt x="318795" y="1270"/>
                </a:lnTo>
                <a:lnTo>
                  <a:pt x="312305" y="0"/>
                </a:lnTo>
                <a:lnTo>
                  <a:pt x="249948" y="0"/>
                </a:lnTo>
                <a:lnTo>
                  <a:pt x="235699" y="1270"/>
                </a:lnTo>
                <a:lnTo>
                  <a:pt x="228612" y="2540"/>
                </a:lnTo>
                <a:lnTo>
                  <a:pt x="221526" y="2540"/>
                </a:lnTo>
                <a:lnTo>
                  <a:pt x="207987" y="5080"/>
                </a:lnTo>
                <a:lnTo>
                  <a:pt x="201510" y="5080"/>
                </a:lnTo>
                <a:lnTo>
                  <a:pt x="188607" y="7620"/>
                </a:lnTo>
                <a:lnTo>
                  <a:pt x="172974" y="10160"/>
                </a:lnTo>
                <a:lnTo>
                  <a:pt x="165176" y="12700"/>
                </a:lnTo>
                <a:lnTo>
                  <a:pt x="157416" y="13970"/>
                </a:lnTo>
                <a:lnTo>
                  <a:pt x="140246" y="17780"/>
                </a:lnTo>
                <a:lnTo>
                  <a:pt x="123317" y="24130"/>
                </a:lnTo>
                <a:lnTo>
                  <a:pt x="106641" y="29210"/>
                </a:lnTo>
                <a:lnTo>
                  <a:pt x="90258" y="36830"/>
                </a:lnTo>
                <a:lnTo>
                  <a:pt x="80835" y="40640"/>
                </a:lnTo>
                <a:lnTo>
                  <a:pt x="71589" y="45720"/>
                </a:lnTo>
                <a:lnTo>
                  <a:pt x="36728" y="69850"/>
                </a:lnTo>
                <a:lnTo>
                  <a:pt x="15646" y="101600"/>
                </a:lnTo>
                <a:lnTo>
                  <a:pt x="6972" y="146050"/>
                </a:lnTo>
                <a:lnTo>
                  <a:pt x="3771" y="176530"/>
                </a:lnTo>
                <a:lnTo>
                  <a:pt x="3238" y="182880"/>
                </a:lnTo>
                <a:lnTo>
                  <a:pt x="2565" y="191770"/>
                </a:lnTo>
                <a:lnTo>
                  <a:pt x="1968" y="199390"/>
                </a:lnTo>
                <a:lnTo>
                  <a:pt x="1079" y="215900"/>
                </a:lnTo>
                <a:lnTo>
                  <a:pt x="774" y="222250"/>
                </a:lnTo>
                <a:lnTo>
                  <a:pt x="723" y="224790"/>
                </a:lnTo>
                <a:lnTo>
                  <a:pt x="609" y="229870"/>
                </a:lnTo>
                <a:lnTo>
                  <a:pt x="508" y="234950"/>
                </a:lnTo>
                <a:lnTo>
                  <a:pt x="419" y="238760"/>
                </a:lnTo>
                <a:lnTo>
                  <a:pt x="355" y="242570"/>
                </a:lnTo>
                <a:lnTo>
                  <a:pt x="571" y="290830"/>
                </a:lnTo>
                <a:lnTo>
                  <a:pt x="2070" y="331470"/>
                </a:lnTo>
                <a:lnTo>
                  <a:pt x="6057" y="389890"/>
                </a:lnTo>
                <a:lnTo>
                  <a:pt x="16941" y="430530"/>
                </a:lnTo>
                <a:lnTo>
                  <a:pt x="44297" y="463550"/>
                </a:lnTo>
                <a:lnTo>
                  <a:pt x="82397" y="488950"/>
                </a:lnTo>
                <a:lnTo>
                  <a:pt x="96583" y="496570"/>
                </a:lnTo>
                <a:lnTo>
                  <a:pt x="111099" y="501650"/>
                </a:lnTo>
                <a:lnTo>
                  <a:pt x="125895" y="508000"/>
                </a:lnTo>
                <a:lnTo>
                  <a:pt x="140881" y="511810"/>
                </a:lnTo>
                <a:lnTo>
                  <a:pt x="152336" y="515620"/>
                </a:lnTo>
                <a:lnTo>
                  <a:pt x="187172" y="523240"/>
                </a:lnTo>
                <a:lnTo>
                  <a:pt x="219786" y="528320"/>
                </a:lnTo>
                <a:lnTo>
                  <a:pt x="226542" y="529590"/>
                </a:lnTo>
                <a:lnTo>
                  <a:pt x="233299" y="529590"/>
                </a:lnTo>
                <a:lnTo>
                  <a:pt x="240080" y="530860"/>
                </a:lnTo>
                <a:lnTo>
                  <a:pt x="246862" y="530860"/>
                </a:lnTo>
                <a:lnTo>
                  <a:pt x="255282" y="532130"/>
                </a:lnTo>
                <a:lnTo>
                  <a:pt x="272135" y="532130"/>
                </a:lnTo>
                <a:lnTo>
                  <a:pt x="285559" y="533400"/>
                </a:lnTo>
                <a:lnTo>
                  <a:pt x="298970" y="532130"/>
                </a:lnTo>
                <a:lnTo>
                  <a:pt x="312369" y="532130"/>
                </a:lnTo>
                <a:lnTo>
                  <a:pt x="325742" y="530860"/>
                </a:lnTo>
                <a:lnTo>
                  <a:pt x="334124" y="529590"/>
                </a:lnTo>
                <a:lnTo>
                  <a:pt x="342519" y="529590"/>
                </a:lnTo>
                <a:lnTo>
                  <a:pt x="350837" y="528320"/>
                </a:lnTo>
                <a:lnTo>
                  <a:pt x="394398" y="519430"/>
                </a:lnTo>
                <a:lnTo>
                  <a:pt x="437845" y="505460"/>
                </a:lnTo>
                <a:lnTo>
                  <a:pt x="454367" y="497840"/>
                </a:lnTo>
                <a:lnTo>
                  <a:pt x="466750" y="492760"/>
                </a:lnTo>
                <a:lnTo>
                  <a:pt x="478866" y="486410"/>
                </a:lnTo>
                <a:lnTo>
                  <a:pt x="490740" y="478790"/>
                </a:lnTo>
                <a:lnTo>
                  <a:pt x="499198" y="473710"/>
                </a:lnTo>
                <a:lnTo>
                  <a:pt x="507238" y="467360"/>
                </a:lnTo>
                <a:lnTo>
                  <a:pt x="514807" y="461010"/>
                </a:lnTo>
                <a:lnTo>
                  <a:pt x="521893" y="453390"/>
                </a:lnTo>
                <a:lnTo>
                  <a:pt x="528485" y="444500"/>
                </a:lnTo>
                <a:lnTo>
                  <a:pt x="534200" y="436880"/>
                </a:lnTo>
                <a:lnTo>
                  <a:pt x="548106" y="397510"/>
                </a:lnTo>
                <a:lnTo>
                  <a:pt x="551129" y="356870"/>
                </a:lnTo>
                <a:lnTo>
                  <a:pt x="551167" y="355600"/>
                </a:lnTo>
                <a:lnTo>
                  <a:pt x="551434" y="346710"/>
                </a:lnTo>
                <a:lnTo>
                  <a:pt x="552043" y="323850"/>
                </a:lnTo>
                <a:lnTo>
                  <a:pt x="552145" y="318770"/>
                </a:lnTo>
                <a:lnTo>
                  <a:pt x="552259" y="311150"/>
                </a:lnTo>
                <a:lnTo>
                  <a:pt x="552348" y="260350"/>
                </a:lnTo>
                <a:close/>
              </a:path>
            </a:pathLst>
          </a:custGeom>
          <a:solidFill>
            <a:srgbClr val="D5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77949" y="635000"/>
            <a:ext cx="1077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AF6"/>
                </a:solidFill>
                <a:latin typeface="Segoe UI"/>
                <a:cs typeface="Segoe UI"/>
              </a:rPr>
              <a:t>Digital </a:t>
            </a:r>
            <a:r>
              <a:rPr sz="1500" b="1" spc="-20" dirty="0">
                <a:solidFill>
                  <a:srgbClr val="FFFAF6"/>
                </a:solidFill>
                <a:latin typeface="Segoe UI"/>
                <a:cs typeface="Segoe UI"/>
              </a:rPr>
              <a:t>Labs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36601" y="663575"/>
            <a:ext cx="5842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60" dirty="0">
                <a:solidFill>
                  <a:srgbClr val="FEFBF8"/>
                </a:solidFill>
                <a:latin typeface="Consolas"/>
                <a:cs typeface="Consolas"/>
              </a:rPr>
              <a:t>16 / 17</a:t>
            </a:r>
            <a:r>
              <a:rPr sz="950" b="1" spc="229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2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r>
              <a:rPr sz="950" b="1" spc="35" dirty="0">
                <a:solidFill>
                  <a:srgbClr val="FEFBF8"/>
                </a:solidFill>
                <a:latin typeface="Consolas"/>
                <a:cs typeface="Consolas"/>
              </a:rPr>
              <a:t/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630</Words>
  <Application>Microsoft Office PowerPoint</Application>
  <PresentationFormat>Personalizar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Calibri</vt:lpstr>
      <vt:lpstr>Consolas</vt:lpstr>
      <vt:lpstr>Georgia</vt:lpstr>
      <vt:lpstr>Segoe UI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ISQ Digital Labs - Template de apresentacao de produto</dc:title>
  <cp:lastModifiedBy>Peterson Neves</cp:lastModifiedBy>
  <cp:revision>1</cp:revision>
  <dcterms:created xsi:type="dcterms:W3CDTF">2026-05-13T14:27:42Z</dcterms:created>
  <dcterms:modified xsi:type="dcterms:W3CDTF">2026-05-14T03:44:35Z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2026-05-13T00:00:00Z</vt:filetime>
  </property>
  <property fmtid="{D5CDD505-2E9C-101B-9397-08002B2CF9AE}" pid="4" name="Creator">
    <vt:lpwstr>Mozilla/5.0 (Windows NT 10.0; Win64; x64) AppleWebKit/537.36 (KHTML, like Gecko) HeadlessChrome/148.0.0.0 Safari/537.36</vt:lpwstr>
  </property>
  <property fmtid="{D5CDD505-2E9C-101B-9397-08002B2CF9AE}" pid="5" name="LastSaved">
    <vt:filetime>2026-05-13T00:00:00Z</vt:filetime>
  </property>
  <property fmtid="{D5CDD505-2E9C-101B-9397-08002B2CF9AE}" pid="6" name="Producer">
    <vt:lpwstr>Skia/PDF m148</vt:lpwstr>
  </property>
</Properties>
</file>